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Black"/>
      <p:bold r:id="rId32"/>
      <p:boldItalic r:id="rId33"/>
    </p:embeddedFont>
    <p:embeddedFont>
      <p:font typeface="Roboto Thin"/>
      <p:regular r:id="rId34"/>
      <p:bold r:id="rId35"/>
      <p:italic r:id="rId36"/>
      <p:boldItalic r:id="rId37"/>
    </p:embeddedFont>
    <p:embeddedFont>
      <p:font typeface="Roboto Medium"/>
      <p:regular r:id="rId38"/>
      <p:bold r:id="rId39"/>
      <p:italic r:id="rId40"/>
      <p:boldItalic r:id="rId41"/>
    </p:embeddedFont>
    <p:embeddedFont>
      <p:font typeface="Roboto"/>
      <p:regular r:id="rId42"/>
      <p:bold r:id="rId43"/>
      <p:italic r:id="rId44"/>
      <p:boldItalic r:id="rId45"/>
    </p:embeddedFont>
    <p:embeddedFont>
      <p:font typeface="Roboto Light"/>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italic.fntdata"/><Relationship Id="rId42" Type="http://schemas.openxmlformats.org/officeDocument/2006/relationships/font" Target="fonts/Roboto-regular.fntdata"/><Relationship Id="rId41" Type="http://schemas.openxmlformats.org/officeDocument/2006/relationships/font" Target="fonts/RobotoMedium-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RobotoLight-regular.fntdata"/><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Light-italic.fntdata"/><Relationship Id="rId47" Type="http://schemas.openxmlformats.org/officeDocument/2006/relationships/font" Target="fonts/RobotoLight-bold.fntdata"/><Relationship Id="rId49" Type="http://schemas.openxmlformats.org/officeDocument/2006/relationships/font" Target="fonts/Roboto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obotoBlack-boldItalic.fntdata"/><Relationship Id="rId32" Type="http://schemas.openxmlformats.org/officeDocument/2006/relationships/font" Target="fonts/RobotoBlack-bold.fntdata"/><Relationship Id="rId35" Type="http://schemas.openxmlformats.org/officeDocument/2006/relationships/font" Target="fonts/RobotoThin-bold.fntdata"/><Relationship Id="rId34" Type="http://schemas.openxmlformats.org/officeDocument/2006/relationships/font" Target="fonts/RobotoThin-regular.fntdata"/><Relationship Id="rId37" Type="http://schemas.openxmlformats.org/officeDocument/2006/relationships/font" Target="fonts/RobotoThin-boldItalic.fntdata"/><Relationship Id="rId36" Type="http://schemas.openxmlformats.org/officeDocument/2006/relationships/font" Target="fonts/RobotoThin-italic.fntdata"/><Relationship Id="rId39" Type="http://schemas.openxmlformats.org/officeDocument/2006/relationships/font" Target="fonts/RobotoMedium-bold.fntdata"/><Relationship Id="rId38" Type="http://schemas.openxmlformats.org/officeDocument/2006/relationships/font" Target="fonts/RobotoMedium-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65b39398a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65b39398a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6b5f56bb2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6b5f56bb2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6b5f56bb2b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6b5f56bb2b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6b5f56bb2b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6b5f56bb2b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65b166b8db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65b166b8db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65c1e818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65c1e818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6b59fd5b08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6b59fd5b08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6b59fd5b08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6b59fd5b08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6b59fd5b08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6b59fd5b08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6b59fd5b08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6b59fd5b08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6b59fd5b08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6b59fd5b08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7a89cea2d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7a89cea2d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6b59fd5b08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6b59fd5b08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7a89cea2d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7a89cea2d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6b59fd5b08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6b59fd5b08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Client’s original tool is the source of truth. Your calculations should always match.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65c1e8182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65c1e8182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5065a15a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5065a15a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it’s a complicated tool, I like to schedule a call to walk through the variables and which ones really matter for what they’re wanting to do.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7a89cea2d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7a89cea2d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it’s a complicated tool, I like to schedule a call to walk through the variables and which ones really matter for what they’re wanting to do.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65b166b8db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65b166b8db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6b59fd5b08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6b59fd5b08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it’s a complicated tool, I like to schedule a call to walk through the variables and which ones really matter for what they’re wanting to do.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793f548009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793f54800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7a89cea2d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7a89cea2d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it’s a complicated tool, I like to schedule a call to walk through the variables and which ones really matter for what they’re wanting to do.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6bf1c97e2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6bf1c97e2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it’s a complicated tool, I like to schedule a call to walk through the variables and which ones really matter for what they’re wanting to do.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6bf1c97e2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6bf1c97e2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it’s a complicated tool, I like to schedule a call to walk through the variables and which ones really matter for what they’re wanting to do.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65b39398a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65b39398a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jpg"/><Relationship Id="rId3" Type="http://schemas.openxmlformats.org/officeDocument/2006/relationships/image" Target="../media/image1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M title slide" type="title">
  <p:cSld name="TITLE">
    <p:spTree>
      <p:nvGrpSpPr>
        <p:cNvPr id="8" name="Shape 8"/>
        <p:cNvGrpSpPr/>
        <p:nvPr/>
      </p:nvGrpSpPr>
      <p:grpSpPr>
        <a:xfrm>
          <a:off x="0" y="0"/>
          <a:ext cx="0" cy="0"/>
          <a:chOff x="0" y="0"/>
          <a:chExt cx="0" cy="0"/>
        </a:xfrm>
      </p:grpSpPr>
      <p:sp>
        <p:nvSpPr>
          <p:cNvPr id="9" name="Google Shape;9;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 name="Google Shape;10;p2"/>
          <p:cNvSpPr/>
          <p:nvPr/>
        </p:nvSpPr>
        <p:spPr>
          <a:xfrm flipH="1">
            <a:off x="-20400" y="1656300"/>
            <a:ext cx="9184800" cy="3487200"/>
          </a:xfrm>
          <a:prstGeom prst="round1Rect">
            <a:avLst>
              <a:gd fmla="val 22767" name="adj"/>
            </a:avLst>
          </a:prstGeom>
          <a:gradFill>
            <a:gsLst>
              <a:gs pos="0">
                <a:srgbClr val="27D79A"/>
              </a:gs>
              <a:gs pos="36000">
                <a:srgbClr val="03B4F0"/>
              </a:gs>
              <a:gs pos="70000">
                <a:srgbClr val="0768DD"/>
              </a:gs>
              <a:gs pos="100000">
                <a:srgbClr val="5F1AE5"/>
              </a:gs>
              <a:gs pos="100000">
                <a:srgbClr val="737373"/>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a:blip r:embed="rId2">
            <a:alphaModFix/>
          </a:blip>
          <a:stretch>
            <a:fillRect/>
          </a:stretch>
        </p:blipFill>
        <p:spPr>
          <a:xfrm>
            <a:off x="795822" y="918650"/>
            <a:ext cx="1386128" cy="393600"/>
          </a:xfrm>
          <a:prstGeom prst="rect">
            <a:avLst/>
          </a:prstGeom>
          <a:noFill/>
          <a:ln>
            <a:noFill/>
          </a:ln>
        </p:spPr>
      </p:pic>
      <p:sp>
        <p:nvSpPr>
          <p:cNvPr id="12" name="Google Shape;12;p2"/>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X title slide"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 name="Google Shape;16;p3"/>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7" name="Google Shape;17;p3"/>
          <p:cNvSpPr/>
          <p:nvPr/>
        </p:nvSpPr>
        <p:spPr>
          <a:xfrm flipH="1">
            <a:off x="-20400" y="1656300"/>
            <a:ext cx="9184800" cy="3487200"/>
          </a:xfrm>
          <a:prstGeom prst="round1Rect">
            <a:avLst>
              <a:gd fmla="val 22767" name="adj"/>
            </a:avLst>
          </a:prstGeom>
          <a:solidFill>
            <a:srgbClr val="27D7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 name="Google Shape;18;p3"/>
          <p:cNvPicPr preferRelativeResize="0"/>
          <p:nvPr/>
        </p:nvPicPr>
        <p:blipFill>
          <a:blip r:embed="rId2">
            <a:alphaModFix/>
          </a:blip>
          <a:stretch>
            <a:fillRect/>
          </a:stretch>
        </p:blipFill>
        <p:spPr>
          <a:xfrm>
            <a:off x="8388125" y="4219100"/>
            <a:ext cx="444175" cy="444175"/>
          </a:xfrm>
          <a:prstGeom prst="rect">
            <a:avLst/>
          </a:prstGeom>
          <a:noFill/>
          <a:ln>
            <a:noFill/>
          </a:ln>
        </p:spPr>
      </p:pic>
      <p:sp>
        <p:nvSpPr>
          <p:cNvPr id="19" name="Google Shape;19;p3"/>
          <p:cNvSpPr txBox="1"/>
          <p:nvPr>
            <p:ph idx="3" type="title"/>
          </p:nvPr>
        </p:nvSpPr>
        <p:spPr>
          <a:xfrm>
            <a:off x="586800" y="3210625"/>
            <a:ext cx="4350000" cy="14526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sz="4000">
                <a:solidFill>
                  <a:srgbClr val="FFFFFF"/>
                </a:solidFill>
              </a:defRPr>
            </a:lvl1pPr>
            <a:lvl2pPr lvl="1">
              <a:lnSpc>
                <a:spcPct val="80000"/>
              </a:lnSpc>
              <a:spcBef>
                <a:spcPts val="0"/>
              </a:spcBef>
              <a:spcAft>
                <a:spcPts val="0"/>
              </a:spcAft>
              <a:buNone/>
              <a:defRPr sz="4000">
                <a:latin typeface="Roboto Medium"/>
                <a:ea typeface="Roboto Medium"/>
                <a:cs typeface="Roboto Medium"/>
                <a:sym typeface="Roboto Medium"/>
              </a:defRPr>
            </a:lvl2pPr>
            <a:lvl3pPr lvl="2">
              <a:lnSpc>
                <a:spcPct val="80000"/>
              </a:lnSpc>
              <a:spcBef>
                <a:spcPts val="0"/>
              </a:spcBef>
              <a:spcAft>
                <a:spcPts val="0"/>
              </a:spcAft>
              <a:buNone/>
              <a:defRPr sz="4000">
                <a:latin typeface="Roboto Medium"/>
                <a:ea typeface="Roboto Medium"/>
                <a:cs typeface="Roboto Medium"/>
                <a:sym typeface="Roboto Medium"/>
              </a:defRPr>
            </a:lvl3pPr>
            <a:lvl4pPr lvl="3">
              <a:lnSpc>
                <a:spcPct val="80000"/>
              </a:lnSpc>
              <a:spcBef>
                <a:spcPts val="0"/>
              </a:spcBef>
              <a:spcAft>
                <a:spcPts val="0"/>
              </a:spcAft>
              <a:buNone/>
              <a:defRPr sz="4000">
                <a:latin typeface="Roboto Medium"/>
                <a:ea typeface="Roboto Medium"/>
                <a:cs typeface="Roboto Medium"/>
                <a:sym typeface="Roboto Medium"/>
              </a:defRPr>
            </a:lvl4pPr>
            <a:lvl5pPr lvl="4">
              <a:lnSpc>
                <a:spcPct val="80000"/>
              </a:lnSpc>
              <a:spcBef>
                <a:spcPts val="0"/>
              </a:spcBef>
              <a:spcAft>
                <a:spcPts val="0"/>
              </a:spcAft>
              <a:buNone/>
              <a:defRPr sz="4000">
                <a:latin typeface="Roboto Medium"/>
                <a:ea typeface="Roboto Medium"/>
                <a:cs typeface="Roboto Medium"/>
                <a:sym typeface="Roboto Medium"/>
              </a:defRPr>
            </a:lvl5pPr>
            <a:lvl6pPr lvl="5">
              <a:lnSpc>
                <a:spcPct val="80000"/>
              </a:lnSpc>
              <a:spcBef>
                <a:spcPts val="0"/>
              </a:spcBef>
              <a:spcAft>
                <a:spcPts val="0"/>
              </a:spcAft>
              <a:buNone/>
              <a:defRPr sz="4000">
                <a:latin typeface="Roboto Medium"/>
                <a:ea typeface="Roboto Medium"/>
                <a:cs typeface="Roboto Medium"/>
                <a:sym typeface="Roboto Medium"/>
              </a:defRPr>
            </a:lvl6pPr>
            <a:lvl7pPr lvl="6">
              <a:lnSpc>
                <a:spcPct val="80000"/>
              </a:lnSpc>
              <a:spcBef>
                <a:spcPts val="0"/>
              </a:spcBef>
              <a:spcAft>
                <a:spcPts val="0"/>
              </a:spcAft>
              <a:buNone/>
              <a:defRPr sz="4000">
                <a:latin typeface="Roboto Medium"/>
                <a:ea typeface="Roboto Medium"/>
                <a:cs typeface="Roboto Medium"/>
                <a:sym typeface="Roboto Medium"/>
              </a:defRPr>
            </a:lvl7pPr>
            <a:lvl8pPr lvl="7">
              <a:lnSpc>
                <a:spcPct val="80000"/>
              </a:lnSpc>
              <a:spcBef>
                <a:spcPts val="0"/>
              </a:spcBef>
              <a:spcAft>
                <a:spcPts val="0"/>
              </a:spcAft>
              <a:buNone/>
              <a:defRPr sz="4000">
                <a:latin typeface="Roboto Medium"/>
                <a:ea typeface="Roboto Medium"/>
                <a:cs typeface="Roboto Medium"/>
                <a:sym typeface="Roboto Medium"/>
              </a:defRPr>
            </a:lvl8pPr>
            <a:lvl9pPr lvl="8">
              <a:lnSpc>
                <a:spcPct val="80000"/>
              </a:lnSpc>
              <a:spcBef>
                <a:spcPts val="0"/>
              </a:spcBef>
              <a:spcAft>
                <a:spcPts val="0"/>
              </a:spcAft>
              <a:buNone/>
              <a:defRPr sz="4000">
                <a:latin typeface="Roboto Medium"/>
                <a:ea typeface="Roboto Medium"/>
                <a:cs typeface="Roboto Medium"/>
                <a:sym typeface="Roboto Medium"/>
              </a:defRPr>
            </a:lvl9pPr>
          </a:lstStyle>
          <a:p/>
        </p:txBody>
      </p:sp>
      <p:pic>
        <p:nvPicPr>
          <p:cNvPr id="20" name="Google Shape;20;p3"/>
          <p:cNvPicPr preferRelativeResize="0"/>
          <p:nvPr/>
        </p:nvPicPr>
        <p:blipFill>
          <a:blip r:embed="rId3">
            <a:alphaModFix/>
          </a:blip>
          <a:stretch>
            <a:fillRect/>
          </a:stretch>
        </p:blipFill>
        <p:spPr>
          <a:xfrm>
            <a:off x="795822" y="918650"/>
            <a:ext cx="1386128" cy="393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X title slide" type="tx">
  <p:cSld name="TITLE_AND_BODY">
    <p:spTree>
      <p:nvGrpSpPr>
        <p:cNvPr id="21" name="Shape 21"/>
        <p:cNvGrpSpPr/>
        <p:nvPr/>
      </p:nvGrpSpPr>
      <p:grpSpPr>
        <a:xfrm>
          <a:off x="0" y="0"/>
          <a:ext cx="0" cy="0"/>
          <a:chOff x="0" y="0"/>
          <a:chExt cx="0" cy="0"/>
        </a:xfrm>
      </p:grpSpPr>
      <p:sp>
        <p:nvSpPr>
          <p:cNvPr id="22" name="Google Shape;22;p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3" name="Google Shape;23;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4" name="Google Shape;24;p4"/>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25" name="Google Shape;25;p4"/>
          <p:cNvSpPr/>
          <p:nvPr/>
        </p:nvSpPr>
        <p:spPr>
          <a:xfrm flipH="1">
            <a:off x="-20400" y="1656300"/>
            <a:ext cx="9184800" cy="3487200"/>
          </a:xfrm>
          <a:prstGeom prst="round1Rect">
            <a:avLst>
              <a:gd fmla="val 22767" name="adj"/>
            </a:avLst>
          </a:prstGeom>
          <a:solidFill>
            <a:srgbClr val="03B4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txBox="1"/>
          <p:nvPr>
            <p:ph idx="3"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pic>
        <p:nvPicPr>
          <p:cNvPr id="27" name="Google Shape;27;p4"/>
          <p:cNvPicPr preferRelativeResize="0"/>
          <p:nvPr/>
        </p:nvPicPr>
        <p:blipFill>
          <a:blip r:embed="rId2">
            <a:alphaModFix/>
          </a:blip>
          <a:stretch>
            <a:fillRect/>
          </a:stretch>
        </p:blipFill>
        <p:spPr>
          <a:xfrm>
            <a:off x="8327525" y="4219050"/>
            <a:ext cx="444175" cy="444175"/>
          </a:xfrm>
          <a:prstGeom prst="rect">
            <a:avLst/>
          </a:prstGeom>
          <a:noFill/>
          <a:ln>
            <a:noFill/>
          </a:ln>
        </p:spPr>
      </p:pic>
      <p:pic>
        <p:nvPicPr>
          <p:cNvPr id="28" name="Google Shape;28;p4"/>
          <p:cNvPicPr preferRelativeResize="0"/>
          <p:nvPr/>
        </p:nvPicPr>
        <p:blipFill>
          <a:blip r:embed="rId3">
            <a:alphaModFix/>
          </a:blip>
          <a:stretch>
            <a:fillRect/>
          </a:stretch>
        </p:blipFill>
        <p:spPr>
          <a:xfrm>
            <a:off x="795822" y="918650"/>
            <a:ext cx="1386128" cy="393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 title slide"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1" name="Google Shape;3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32" name="Google Shape;32;p5"/>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33" name="Google Shape;33;p5"/>
          <p:cNvSpPr/>
          <p:nvPr/>
        </p:nvSpPr>
        <p:spPr>
          <a:xfrm flipH="1">
            <a:off x="-20400" y="1656300"/>
            <a:ext cx="9184800" cy="3487200"/>
          </a:xfrm>
          <a:prstGeom prst="round1Rect">
            <a:avLst>
              <a:gd fmla="val 22767" name="adj"/>
            </a:avLst>
          </a:prstGeom>
          <a:solidFill>
            <a:srgbClr val="076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5"/>
          <p:cNvSpPr txBox="1"/>
          <p:nvPr>
            <p:ph idx="3"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pic>
        <p:nvPicPr>
          <p:cNvPr id="35" name="Google Shape;35;p5"/>
          <p:cNvPicPr preferRelativeResize="0"/>
          <p:nvPr/>
        </p:nvPicPr>
        <p:blipFill>
          <a:blip r:embed="rId2">
            <a:alphaModFix/>
          </a:blip>
          <a:stretch>
            <a:fillRect/>
          </a:stretch>
        </p:blipFill>
        <p:spPr>
          <a:xfrm>
            <a:off x="795822" y="918650"/>
            <a:ext cx="1386128" cy="393600"/>
          </a:xfrm>
          <a:prstGeom prst="rect">
            <a:avLst/>
          </a:prstGeom>
          <a:noFill/>
          <a:ln>
            <a:noFill/>
          </a:ln>
        </p:spPr>
      </p:pic>
      <p:pic>
        <p:nvPicPr>
          <p:cNvPr id="36" name="Google Shape;36;p5"/>
          <p:cNvPicPr preferRelativeResize="0"/>
          <p:nvPr/>
        </p:nvPicPr>
        <p:blipFill>
          <a:blip r:embed="rId3">
            <a:alphaModFix/>
          </a:blip>
          <a:stretch>
            <a:fillRect/>
          </a:stretch>
        </p:blipFill>
        <p:spPr>
          <a:xfrm>
            <a:off x="8307250" y="4219050"/>
            <a:ext cx="444175" cy="4441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X title slide"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0" name="Google Shape;40;p6"/>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1" name="Google Shape;41;p6"/>
          <p:cNvSpPr/>
          <p:nvPr/>
        </p:nvSpPr>
        <p:spPr>
          <a:xfrm flipH="1">
            <a:off x="-20400" y="1656300"/>
            <a:ext cx="9184800" cy="3487200"/>
          </a:xfrm>
          <a:prstGeom prst="round1Rect">
            <a:avLst>
              <a:gd fmla="val 22767" name="adj"/>
            </a:avLst>
          </a:prstGeom>
          <a:solidFill>
            <a:srgbClr val="5F1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6"/>
          <p:cNvSpPr txBox="1"/>
          <p:nvPr>
            <p:ph idx="3"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pic>
        <p:nvPicPr>
          <p:cNvPr id="43" name="Google Shape;43;p6"/>
          <p:cNvPicPr preferRelativeResize="0"/>
          <p:nvPr/>
        </p:nvPicPr>
        <p:blipFill>
          <a:blip r:embed="rId2">
            <a:alphaModFix/>
          </a:blip>
          <a:stretch>
            <a:fillRect/>
          </a:stretch>
        </p:blipFill>
        <p:spPr>
          <a:xfrm>
            <a:off x="795822" y="918650"/>
            <a:ext cx="1386128" cy="393600"/>
          </a:xfrm>
          <a:prstGeom prst="rect">
            <a:avLst/>
          </a:prstGeom>
          <a:noFill/>
          <a:ln>
            <a:noFill/>
          </a:ln>
        </p:spPr>
      </p:pic>
      <p:pic>
        <p:nvPicPr>
          <p:cNvPr id="44" name="Google Shape;44;p6"/>
          <p:cNvPicPr preferRelativeResize="0"/>
          <p:nvPr/>
        </p:nvPicPr>
        <p:blipFill>
          <a:blip r:embed="rId3">
            <a:alphaModFix/>
          </a:blip>
          <a:stretch>
            <a:fillRect/>
          </a:stretch>
        </p:blipFill>
        <p:spPr>
          <a:xfrm>
            <a:off x="8289025" y="4178100"/>
            <a:ext cx="485125" cy="4851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C title slide">
  <p:cSld name="ONE_COLUMN_TEXT">
    <p:spTree>
      <p:nvGrpSpPr>
        <p:cNvPr id="45" name="Shape 45"/>
        <p:cNvGrpSpPr/>
        <p:nvPr/>
      </p:nvGrpSpPr>
      <p:grpSpPr>
        <a:xfrm>
          <a:off x="0" y="0"/>
          <a:ext cx="0" cy="0"/>
          <a:chOff x="0" y="0"/>
          <a:chExt cx="0" cy="0"/>
        </a:xfrm>
      </p:grpSpPr>
      <p:sp>
        <p:nvSpPr>
          <p:cNvPr id="46" name="Google Shape;46;p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7" name="Google Shape;4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8" name="Google Shape;48;p7"/>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9" name="Google Shape;49;p7"/>
          <p:cNvSpPr/>
          <p:nvPr/>
        </p:nvSpPr>
        <p:spPr>
          <a:xfrm flipH="1">
            <a:off x="-20400" y="1656300"/>
            <a:ext cx="9184800" cy="3487200"/>
          </a:xfrm>
          <a:prstGeom prst="round1Rect">
            <a:avLst>
              <a:gd fmla="val 22767"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7"/>
          <p:cNvSpPr txBox="1"/>
          <p:nvPr>
            <p:ph idx="3"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pic>
        <p:nvPicPr>
          <p:cNvPr id="51" name="Google Shape;51;p7"/>
          <p:cNvPicPr preferRelativeResize="0"/>
          <p:nvPr/>
        </p:nvPicPr>
        <p:blipFill>
          <a:blip r:embed="rId2">
            <a:alphaModFix/>
          </a:blip>
          <a:stretch>
            <a:fillRect/>
          </a:stretch>
        </p:blipFill>
        <p:spPr>
          <a:xfrm>
            <a:off x="795822" y="918650"/>
            <a:ext cx="1386128" cy="393600"/>
          </a:xfrm>
          <a:prstGeom prst="rect">
            <a:avLst/>
          </a:prstGeom>
          <a:noFill/>
          <a:ln>
            <a:noFill/>
          </a:ln>
        </p:spPr>
      </p:pic>
      <p:pic>
        <p:nvPicPr>
          <p:cNvPr id="52" name="Google Shape;52;p7"/>
          <p:cNvPicPr preferRelativeResize="0"/>
          <p:nvPr/>
        </p:nvPicPr>
        <p:blipFill>
          <a:blip r:embed="rId3">
            <a:alphaModFix/>
          </a:blip>
          <a:stretch>
            <a:fillRect/>
          </a:stretch>
        </p:blipFill>
        <p:spPr>
          <a:xfrm>
            <a:off x="8297650" y="4216925"/>
            <a:ext cx="484550" cy="4463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M section header">
  <p:cSld name="MAIN_POINT">
    <p:spTree>
      <p:nvGrpSpPr>
        <p:cNvPr id="53" name="Shape 53"/>
        <p:cNvGrpSpPr/>
        <p:nvPr/>
      </p:nvGrpSpPr>
      <p:grpSpPr>
        <a:xfrm>
          <a:off x="0" y="0"/>
          <a:ext cx="0" cy="0"/>
          <a:chOff x="0" y="0"/>
          <a:chExt cx="0" cy="0"/>
        </a:xfrm>
      </p:grpSpPr>
      <p:sp>
        <p:nvSpPr>
          <p:cNvPr id="54" name="Google Shape;54;p8"/>
          <p:cNvSpPr/>
          <p:nvPr/>
        </p:nvSpPr>
        <p:spPr>
          <a:xfrm>
            <a:off x="-24450" y="-50450"/>
            <a:ext cx="9192900" cy="5238300"/>
          </a:xfrm>
          <a:prstGeom prst="rect">
            <a:avLst/>
          </a:prstGeom>
          <a:gradFill>
            <a:gsLst>
              <a:gs pos="0">
                <a:srgbClr val="27D79A"/>
              </a:gs>
              <a:gs pos="36000">
                <a:srgbClr val="03B4F0"/>
              </a:gs>
              <a:gs pos="70000">
                <a:srgbClr val="0768DD"/>
              </a:gs>
              <a:gs pos="100000">
                <a:srgbClr val="5F1AE5"/>
              </a:gs>
              <a:gs pos="100000">
                <a:srgbClr val="737373"/>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8"/>
          <p:cNvPicPr preferRelativeResize="0"/>
          <p:nvPr/>
        </p:nvPicPr>
        <p:blipFill>
          <a:blip r:embed="rId2">
            <a:alphaModFix/>
          </a:blip>
          <a:stretch>
            <a:fillRect/>
          </a:stretch>
        </p:blipFill>
        <p:spPr>
          <a:xfrm>
            <a:off x="8227589" y="161100"/>
            <a:ext cx="748275" cy="212525"/>
          </a:xfrm>
          <a:prstGeom prst="rect">
            <a:avLst/>
          </a:prstGeom>
          <a:noFill/>
          <a:ln>
            <a:noFill/>
          </a:ln>
        </p:spPr>
      </p:pic>
      <p:sp>
        <p:nvSpPr>
          <p:cNvPr id="56" name="Google Shape;56;p8"/>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X section header">
  <p:cSld name="SECTION_TITLE_AND_DESCRIPTION">
    <p:spTree>
      <p:nvGrpSpPr>
        <p:cNvPr id="57" name="Shape 57"/>
        <p:cNvGrpSpPr/>
        <p:nvPr/>
      </p:nvGrpSpPr>
      <p:grpSpPr>
        <a:xfrm>
          <a:off x="0" y="0"/>
          <a:ext cx="0" cy="0"/>
          <a:chOff x="0" y="0"/>
          <a:chExt cx="0" cy="0"/>
        </a:xfrm>
      </p:grpSpPr>
      <p:sp>
        <p:nvSpPr>
          <p:cNvPr id="58" name="Google Shape;58;p9"/>
          <p:cNvSpPr/>
          <p:nvPr/>
        </p:nvSpPr>
        <p:spPr>
          <a:xfrm>
            <a:off x="-24450" y="-50450"/>
            <a:ext cx="9192900" cy="5238300"/>
          </a:xfrm>
          <a:prstGeom prst="rect">
            <a:avLst/>
          </a:prstGeom>
          <a:solidFill>
            <a:srgbClr val="27D7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9"/>
          <p:cNvPicPr preferRelativeResize="0"/>
          <p:nvPr/>
        </p:nvPicPr>
        <p:blipFill>
          <a:blip r:embed="rId2">
            <a:alphaModFix/>
          </a:blip>
          <a:stretch>
            <a:fillRect/>
          </a:stretch>
        </p:blipFill>
        <p:spPr>
          <a:xfrm>
            <a:off x="8227589" y="161100"/>
            <a:ext cx="748275" cy="212525"/>
          </a:xfrm>
          <a:prstGeom prst="rect">
            <a:avLst/>
          </a:prstGeom>
          <a:noFill/>
          <a:ln>
            <a:noFill/>
          </a:ln>
        </p:spPr>
      </p:pic>
      <p:sp>
        <p:nvSpPr>
          <p:cNvPr id="60" name="Google Shape;60;p9"/>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X section header">
  <p:cSld name="SECTION_TITLE_AND_DESCRIPTION_1">
    <p:spTree>
      <p:nvGrpSpPr>
        <p:cNvPr id="61" name="Shape 61"/>
        <p:cNvGrpSpPr/>
        <p:nvPr/>
      </p:nvGrpSpPr>
      <p:grpSpPr>
        <a:xfrm>
          <a:off x="0" y="0"/>
          <a:ext cx="0" cy="0"/>
          <a:chOff x="0" y="0"/>
          <a:chExt cx="0" cy="0"/>
        </a:xfrm>
      </p:grpSpPr>
      <p:sp>
        <p:nvSpPr>
          <p:cNvPr id="62" name="Google Shape;62;p10"/>
          <p:cNvSpPr/>
          <p:nvPr/>
        </p:nvSpPr>
        <p:spPr>
          <a:xfrm>
            <a:off x="-24450" y="-50450"/>
            <a:ext cx="9192900" cy="5238300"/>
          </a:xfrm>
          <a:prstGeom prst="rect">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 name="Google Shape;63;p10"/>
          <p:cNvPicPr preferRelativeResize="0"/>
          <p:nvPr/>
        </p:nvPicPr>
        <p:blipFill>
          <a:blip r:embed="rId2">
            <a:alphaModFix/>
          </a:blip>
          <a:stretch>
            <a:fillRect/>
          </a:stretch>
        </p:blipFill>
        <p:spPr>
          <a:xfrm>
            <a:off x="8227589" y="161100"/>
            <a:ext cx="748275" cy="212525"/>
          </a:xfrm>
          <a:prstGeom prst="rect">
            <a:avLst/>
          </a:prstGeom>
          <a:noFill/>
          <a:ln>
            <a:noFill/>
          </a:ln>
        </p:spPr>
      </p:pic>
      <p:sp>
        <p:nvSpPr>
          <p:cNvPr id="64" name="Google Shape;64;p10"/>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 section header">
  <p:cSld name="SECTION_TITLE_AND_DESCRIPTION_1_1">
    <p:spTree>
      <p:nvGrpSpPr>
        <p:cNvPr id="65" name="Shape 65"/>
        <p:cNvGrpSpPr/>
        <p:nvPr/>
      </p:nvGrpSpPr>
      <p:grpSpPr>
        <a:xfrm>
          <a:off x="0" y="0"/>
          <a:ext cx="0" cy="0"/>
          <a:chOff x="0" y="0"/>
          <a:chExt cx="0" cy="0"/>
        </a:xfrm>
      </p:grpSpPr>
      <p:sp>
        <p:nvSpPr>
          <p:cNvPr id="66" name="Google Shape;66;p11"/>
          <p:cNvSpPr/>
          <p:nvPr/>
        </p:nvSpPr>
        <p:spPr>
          <a:xfrm>
            <a:off x="-24450" y="-50450"/>
            <a:ext cx="9192900" cy="5238300"/>
          </a:xfrm>
          <a:prstGeom prst="rect">
            <a:avLst/>
          </a:prstGeom>
          <a:solidFill>
            <a:srgbClr val="076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 name="Google Shape;67;p11"/>
          <p:cNvPicPr preferRelativeResize="0"/>
          <p:nvPr/>
        </p:nvPicPr>
        <p:blipFill>
          <a:blip r:embed="rId2">
            <a:alphaModFix/>
          </a:blip>
          <a:stretch>
            <a:fillRect/>
          </a:stretch>
        </p:blipFill>
        <p:spPr>
          <a:xfrm>
            <a:off x="8227589" y="161100"/>
            <a:ext cx="748275" cy="212525"/>
          </a:xfrm>
          <a:prstGeom prst="rect">
            <a:avLst/>
          </a:prstGeom>
          <a:noFill/>
          <a:ln>
            <a:noFill/>
          </a:ln>
        </p:spPr>
      </p:pic>
      <p:sp>
        <p:nvSpPr>
          <p:cNvPr id="68" name="Google Shape;68;p11"/>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X section header">
  <p:cSld name="SECTION_TITLE_AND_DESCRIPTION_1_1_1">
    <p:spTree>
      <p:nvGrpSpPr>
        <p:cNvPr id="69" name="Shape 69"/>
        <p:cNvGrpSpPr/>
        <p:nvPr/>
      </p:nvGrpSpPr>
      <p:grpSpPr>
        <a:xfrm>
          <a:off x="0" y="0"/>
          <a:ext cx="0" cy="0"/>
          <a:chOff x="0" y="0"/>
          <a:chExt cx="0" cy="0"/>
        </a:xfrm>
      </p:grpSpPr>
      <p:sp>
        <p:nvSpPr>
          <p:cNvPr id="70" name="Google Shape;70;p12"/>
          <p:cNvSpPr/>
          <p:nvPr/>
        </p:nvSpPr>
        <p:spPr>
          <a:xfrm>
            <a:off x="-24450" y="-50450"/>
            <a:ext cx="9192900" cy="5238300"/>
          </a:xfrm>
          <a:prstGeom prst="rect">
            <a:avLst/>
          </a:prstGeom>
          <a:solidFill>
            <a:srgbClr val="5F1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 name="Google Shape;71;p12"/>
          <p:cNvPicPr preferRelativeResize="0"/>
          <p:nvPr/>
        </p:nvPicPr>
        <p:blipFill>
          <a:blip r:embed="rId2">
            <a:alphaModFix/>
          </a:blip>
          <a:stretch>
            <a:fillRect/>
          </a:stretch>
        </p:blipFill>
        <p:spPr>
          <a:xfrm>
            <a:off x="8227589" y="161100"/>
            <a:ext cx="748275" cy="212525"/>
          </a:xfrm>
          <a:prstGeom prst="rect">
            <a:avLst/>
          </a:prstGeom>
          <a:noFill/>
          <a:ln>
            <a:noFill/>
          </a:ln>
        </p:spPr>
      </p:pic>
      <p:sp>
        <p:nvSpPr>
          <p:cNvPr id="72" name="Google Shape;72;p12"/>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None/>
              <a:defRPr sz="4000">
                <a:solidFill>
                  <a:srgbClr val="FFFFFF"/>
                </a:solidFill>
              </a:defRPr>
            </a:lvl1pPr>
            <a:lvl2pPr lvl="1" rtl="0">
              <a:lnSpc>
                <a:spcPct val="80000"/>
              </a:lnSpc>
              <a:spcBef>
                <a:spcPts val="0"/>
              </a:spcBef>
              <a:spcAft>
                <a:spcPts val="0"/>
              </a:spcAft>
              <a:buNone/>
              <a:defRPr sz="4000">
                <a:latin typeface="Roboto Medium"/>
                <a:ea typeface="Roboto Medium"/>
                <a:cs typeface="Roboto Medium"/>
                <a:sym typeface="Roboto Medium"/>
              </a:defRPr>
            </a:lvl2pPr>
            <a:lvl3pPr lvl="2" rtl="0">
              <a:lnSpc>
                <a:spcPct val="80000"/>
              </a:lnSpc>
              <a:spcBef>
                <a:spcPts val="0"/>
              </a:spcBef>
              <a:spcAft>
                <a:spcPts val="0"/>
              </a:spcAft>
              <a:buNone/>
              <a:defRPr sz="4000">
                <a:latin typeface="Roboto Medium"/>
                <a:ea typeface="Roboto Medium"/>
                <a:cs typeface="Roboto Medium"/>
                <a:sym typeface="Roboto Medium"/>
              </a:defRPr>
            </a:lvl3pPr>
            <a:lvl4pPr lvl="3" rtl="0">
              <a:lnSpc>
                <a:spcPct val="80000"/>
              </a:lnSpc>
              <a:spcBef>
                <a:spcPts val="0"/>
              </a:spcBef>
              <a:spcAft>
                <a:spcPts val="0"/>
              </a:spcAft>
              <a:buNone/>
              <a:defRPr sz="4000">
                <a:latin typeface="Roboto Medium"/>
                <a:ea typeface="Roboto Medium"/>
                <a:cs typeface="Roboto Medium"/>
                <a:sym typeface="Roboto Medium"/>
              </a:defRPr>
            </a:lvl4pPr>
            <a:lvl5pPr lvl="4" rtl="0">
              <a:lnSpc>
                <a:spcPct val="80000"/>
              </a:lnSpc>
              <a:spcBef>
                <a:spcPts val="0"/>
              </a:spcBef>
              <a:spcAft>
                <a:spcPts val="0"/>
              </a:spcAft>
              <a:buNone/>
              <a:defRPr sz="4000">
                <a:latin typeface="Roboto Medium"/>
                <a:ea typeface="Roboto Medium"/>
                <a:cs typeface="Roboto Medium"/>
                <a:sym typeface="Roboto Medium"/>
              </a:defRPr>
            </a:lvl5pPr>
            <a:lvl6pPr lvl="5" rtl="0">
              <a:lnSpc>
                <a:spcPct val="80000"/>
              </a:lnSpc>
              <a:spcBef>
                <a:spcPts val="0"/>
              </a:spcBef>
              <a:spcAft>
                <a:spcPts val="0"/>
              </a:spcAft>
              <a:buNone/>
              <a:defRPr sz="4000">
                <a:latin typeface="Roboto Medium"/>
                <a:ea typeface="Roboto Medium"/>
                <a:cs typeface="Roboto Medium"/>
                <a:sym typeface="Roboto Medium"/>
              </a:defRPr>
            </a:lvl6pPr>
            <a:lvl7pPr lvl="6" rtl="0">
              <a:lnSpc>
                <a:spcPct val="80000"/>
              </a:lnSpc>
              <a:spcBef>
                <a:spcPts val="0"/>
              </a:spcBef>
              <a:spcAft>
                <a:spcPts val="0"/>
              </a:spcAft>
              <a:buNone/>
              <a:defRPr sz="4000">
                <a:latin typeface="Roboto Medium"/>
                <a:ea typeface="Roboto Medium"/>
                <a:cs typeface="Roboto Medium"/>
                <a:sym typeface="Roboto Medium"/>
              </a:defRPr>
            </a:lvl7pPr>
            <a:lvl8pPr lvl="7" rtl="0">
              <a:lnSpc>
                <a:spcPct val="80000"/>
              </a:lnSpc>
              <a:spcBef>
                <a:spcPts val="0"/>
              </a:spcBef>
              <a:spcAft>
                <a:spcPts val="0"/>
              </a:spcAft>
              <a:buNone/>
              <a:defRPr sz="4000">
                <a:latin typeface="Roboto Medium"/>
                <a:ea typeface="Roboto Medium"/>
                <a:cs typeface="Roboto Medium"/>
                <a:sym typeface="Roboto Medium"/>
              </a:defRPr>
            </a:lvl8pPr>
            <a:lvl9pPr lvl="8" rtl="0">
              <a:lnSpc>
                <a:spcPct val="80000"/>
              </a:lnSpc>
              <a:spcBef>
                <a:spcPts val="0"/>
              </a:spcBef>
              <a:spcAft>
                <a:spcPts val="0"/>
              </a:spcAft>
              <a:buNone/>
              <a:defRPr sz="4000">
                <a:latin typeface="Roboto Medium"/>
                <a:ea typeface="Roboto Medium"/>
                <a:cs typeface="Roboto Medium"/>
                <a:sym typeface="Roboto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_Numbers">
  <p:cSld name="CAPTION_ONLY">
    <p:spTree>
      <p:nvGrpSpPr>
        <p:cNvPr id="73" name="Shape 73"/>
        <p:cNvGrpSpPr/>
        <p:nvPr/>
      </p:nvGrpSpPr>
      <p:grpSpPr>
        <a:xfrm>
          <a:off x="0" y="0"/>
          <a:ext cx="0" cy="0"/>
          <a:chOff x="0" y="0"/>
          <a:chExt cx="0" cy="0"/>
        </a:xfrm>
      </p:grpSpPr>
      <p:pic>
        <p:nvPicPr>
          <p:cNvPr id="74" name="Google Shape;74;p13"/>
          <p:cNvPicPr preferRelativeResize="0"/>
          <p:nvPr/>
        </p:nvPicPr>
        <p:blipFill>
          <a:blip r:embed="rId2">
            <a:alphaModFix/>
          </a:blip>
          <a:stretch>
            <a:fillRect/>
          </a:stretch>
        </p:blipFill>
        <p:spPr>
          <a:xfrm>
            <a:off x="0" y="5069850"/>
            <a:ext cx="9144000" cy="76190"/>
          </a:xfrm>
          <a:prstGeom prst="rect">
            <a:avLst/>
          </a:prstGeom>
          <a:noFill/>
          <a:ln>
            <a:noFill/>
          </a:ln>
        </p:spPr>
      </p:pic>
      <p:pic>
        <p:nvPicPr>
          <p:cNvPr id="75" name="Google Shape;75;p13"/>
          <p:cNvPicPr preferRelativeResize="0"/>
          <p:nvPr/>
        </p:nvPicPr>
        <p:blipFill>
          <a:blip r:embed="rId3">
            <a:alphaModFix/>
          </a:blip>
          <a:stretch>
            <a:fillRect/>
          </a:stretch>
        </p:blipFill>
        <p:spPr>
          <a:xfrm>
            <a:off x="8229600" y="164592"/>
            <a:ext cx="749808" cy="215570"/>
          </a:xfrm>
          <a:prstGeom prst="rect">
            <a:avLst/>
          </a:prstGeom>
          <a:noFill/>
          <a:ln>
            <a:noFill/>
          </a:ln>
        </p:spPr>
      </p:pic>
      <p:sp>
        <p:nvSpPr>
          <p:cNvPr id="76" name="Google Shape;76;p13"/>
          <p:cNvSpPr txBox="1"/>
          <p:nvPr>
            <p:ph type="title"/>
          </p:nvPr>
        </p:nvSpPr>
        <p:spPr>
          <a:xfrm>
            <a:off x="777425" y="1232400"/>
            <a:ext cx="2815800" cy="747000"/>
          </a:xfrm>
          <a:prstGeom prst="rect">
            <a:avLst/>
          </a:prstGeom>
        </p:spPr>
        <p:txBody>
          <a:bodyPr anchorCtr="0" anchor="t" bIns="91425" lIns="91425" spcFirstLastPara="1" rIns="91425" wrap="square" tIns="91425">
            <a:noAutofit/>
          </a:bodyPr>
          <a:lstStyle>
            <a:lvl1pPr lvl="0" rtl="0">
              <a:spcBef>
                <a:spcPts val="0"/>
              </a:spcBef>
              <a:spcAft>
                <a:spcPts val="0"/>
              </a:spcAft>
              <a:buNone/>
              <a:defRPr>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77" name="Google Shape;77;p13"/>
          <p:cNvSpPr txBox="1"/>
          <p:nvPr/>
        </p:nvSpPr>
        <p:spPr>
          <a:xfrm>
            <a:off x="3593225" y="1282850"/>
            <a:ext cx="3735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Black"/>
                <a:ea typeface="Roboto Black"/>
                <a:cs typeface="Roboto Black"/>
                <a:sym typeface="Roboto Black"/>
              </a:rPr>
              <a:t>1</a:t>
            </a:r>
            <a:endParaRPr sz="1800">
              <a:latin typeface="Roboto Black"/>
              <a:ea typeface="Roboto Black"/>
              <a:cs typeface="Roboto Black"/>
              <a:sym typeface="Roboto Black"/>
            </a:endParaRPr>
          </a:p>
        </p:txBody>
      </p:sp>
      <p:sp>
        <p:nvSpPr>
          <p:cNvPr id="78" name="Google Shape;78;p13"/>
          <p:cNvSpPr txBox="1"/>
          <p:nvPr/>
        </p:nvSpPr>
        <p:spPr>
          <a:xfrm>
            <a:off x="3593225" y="1788500"/>
            <a:ext cx="3735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Black"/>
                <a:ea typeface="Roboto Black"/>
                <a:cs typeface="Roboto Black"/>
                <a:sym typeface="Roboto Black"/>
              </a:rPr>
              <a:t>2</a:t>
            </a:r>
            <a:endParaRPr sz="1800">
              <a:latin typeface="Roboto Black"/>
              <a:ea typeface="Roboto Black"/>
              <a:cs typeface="Roboto Black"/>
              <a:sym typeface="Roboto Black"/>
            </a:endParaRPr>
          </a:p>
        </p:txBody>
      </p:sp>
      <p:sp>
        <p:nvSpPr>
          <p:cNvPr id="79" name="Google Shape;79;p13"/>
          <p:cNvSpPr txBox="1"/>
          <p:nvPr/>
        </p:nvSpPr>
        <p:spPr>
          <a:xfrm>
            <a:off x="3593225" y="2294150"/>
            <a:ext cx="3735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Black"/>
                <a:ea typeface="Roboto Black"/>
                <a:cs typeface="Roboto Black"/>
                <a:sym typeface="Roboto Black"/>
              </a:rPr>
              <a:t>3</a:t>
            </a:r>
            <a:endParaRPr sz="1800">
              <a:latin typeface="Roboto Black"/>
              <a:ea typeface="Roboto Black"/>
              <a:cs typeface="Roboto Black"/>
              <a:sym typeface="Roboto Black"/>
            </a:endParaRPr>
          </a:p>
        </p:txBody>
      </p:sp>
      <p:sp>
        <p:nvSpPr>
          <p:cNvPr id="80" name="Google Shape;80;p13"/>
          <p:cNvSpPr txBox="1"/>
          <p:nvPr/>
        </p:nvSpPr>
        <p:spPr>
          <a:xfrm>
            <a:off x="3593225" y="2799800"/>
            <a:ext cx="3735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Black"/>
                <a:ea typeface="Roboto Black"/>
                <a:cs typeface="Roboto Black"/>
                <a:sym typeface="Roboto Black"/>
              </a:rPr>
              <a:t>4</a:t>
            </a:r>
            <a:endParaRPr sz="1800">
              <a:latin typeface="Roboto Black"/>
              <a:ea typeface="Roboto Black"/>
              <a:cs typeface="Roboto Black"/>
              <a:sym typeface="Roboto Black"/>
            </a:endParaRPr>
          </a:p>
        </p:txBody>
      </p:sp>
      <p:sp>
        <p:nvSpPr>
          <p:cNvPr id="81" name="Google Shape;81;p13"/>
          <p:cNvSpPr txBox="1"/>
          <p:nvPr/>
        </p:nvSpPr>
        <p:spPr>
          <a:xfrm>
            <a:off x="3593225" y="3305450"/>
            <a:ext cx="3735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Black"/>
                <a:ea typeface="Roboto Black"/>
                <a:cs typeface="Roboto Black"/>
                <a:sym typeface="Roboto Black"/>
              </a:rPr>
              <a:t>5</a:t>
            </a:r>
            <a:endParaRPr sz="1800">
              <a:latin typeface="Roboto Black"/>
              <a:ea typeface="Roboto Black"/>
              <a:cs typeface="Roboto Black"/>
              <a:sym typeface="Roboto Black"/>
            </a:endParaRPr>
          </a:p>
        </p:txBody>
      </p:sp>
      <p:sp>
        <p:nvSpPr>
          <p:cNvPr id="82" name="Google Shape;82;p13"/>
          <p:cNvSpPr txBox="1"/>
          <p:nvPr>
            <p:ph idx="1" type="body"/>
          </p:nvPr>
        </p:nvSpPr>
        <p:spPr>
          <a:xfrm>
            <a:off x="4032504" y="1316736"/>
            <a:ext cx="3603000" cy="215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Font typeface="Roboto Light"/>
              <a:buChar char="●"/>
              <a:defRPr sz="1500">
                <a:latin typeface="Roboto Light"/>
                <a:ea typeface="Roboto Light"/>
                <a:cs typeface="Roboto Light"/>
                <a:sym typeface="Roboto Light"/>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83" name="Google Shape;83;p13"/>
          <p:cNvSpPr txBox="1"/>
          <p:nvPr>
            <p:ph idx="2" type="body"/>
          </p:nvPr>
        </p:nvSpPr>
        <p:spPr>
          <a:xfrm>
            <a:off x="4032504" y="1811461"/>
            <a:ext cx="3603000" cy="215400"/>
          </a:xfrm>
          <a:prstGeom prst="rect">
            <a:avLst/>
          </a:prstGeom>
        </p:spPr>
        <p:txBody>
          <a:bodyPr anchorCtr="0" anchor="t" bIns="91425" lIns="91425" spcFirstLastPara="1" rIns="91425" wrap="square" tIns="91425">
            <a:noAutofit/>
          </a:bodyPr>
          <a:lstStyle>
            <a:lvl1pPr indent="-323850" lvl="0" marL="457200" rtl="0">
              <a:spcBef>
                <a:spcPts val="0"/>
              </a:spcBef>
              <a:spcAft>
                <a:spcPts val="0"/>
              </a:spcAft>
              <a:buSzPts val="1500"/>
              <a:buFont typeface="Roboto Light"/>
              <a:buChar char="●"/>
              <a:defRPr sz="1500">
                <a:latin typeface="Roboto Light"/>
                <a:ea typeface="Roboto Light"/>
                <a:cs typeface="Roboto Light"/>
                <a:sym typeface="Roboto Light"/>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4" name="Google Shape;84;p13"/>
          <p:cNvSpPr txBox="1"/>
          <p:nvPr>
            <p:ph idx="3" type="body"/>
          </p:nvPr>
        </p:nvSpPr>
        <p:spPr>
          <a:xfrm>
            <a:off x="4032504" y="2317111"/>
            <a:ext cx="3603000" cy="215400"/>
          </a:xfrm>
          <a:prstGeom prst="rect">
            <a:avLst/>
          </a:prstGeom>
        </p:spPr>
        <p:txBody>
          <a:bodyPr anchorCtr="0" anchor="t" bIns="91425" lIns="91425" spcFirstLastPara="1" rIns="91425" wrap="square" tIns="91425">
            <a:noAutofit/>
          </a:bodyPr>
          <a:lstStyle>
            <a:lvl1pPr indent="-323850" lvl="0" marL="457200" rtl="0">
              <a:spcBef>
                <a:spcPts val="0"/>
              </a:spcBef>
              <a:spcAft>
                <a:spcPts val="0"/>
              </a:spcAft>
              <a:buSzPts val="1500"/>
              <a:buFont typeface="Roboto Light"/>
              <a:buChar char="●"/>
              <a:defRPr sz="1500">
                <a:latin typeface="Roboto Light"/>
                <a:ea typeface="Roboto Light"/>
                <a:cs typeface="Roboto Light"/>
                <a:sym typeface="Roboto Light"/>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5" name="Google Shape;85;p13"/>
          <p:cNvSpPr txBox="1"/>
          <p:nvPr>
            <p:ph idx="4" type="body"/>
          </p:nvPr>
        </p:nvSpPr>
        <p:spPr>
          <a:xfrm>
            <a:off x="4032504" y="2822761"/>
            <a:ext cx="3603000" cy="215400"/>
          </a:xfrm>
          <a:prstGeom prst="rect">
            <a:avLst/>
          </a:prstGeom>
        </p:spPr>
        <p:txBody>
          <a:bodyPr anchorCtr="0" anchor="t" bIns="91425" lIns="91425" spcFirstLastPara="1" rIns="91425" wrap="square" tIns="91425">
            <a:noAutofit/>
          </a:bodyPr>
          <a:lstStyle>
            <a:lvl1pPr indent="-323850" lvl="0" marL="457200" rtl="0">
              <a:spcBef>
                <a:spcPts val="0"/>
              </a:spcBef>
              <a:spcAft>
                <a:spcPts val="0"/>
              </a:spcAft>
              <a:buSzPts val="1500"/>
              <a:buFont typeface="Roboto Light"/>
              <a:buChar char="●"/>
              <a:defRPr sz="1500">
                <a:latin typeface="Roboto Light"/>
                <a:ea typeface="Roboto Light"/>
                <a:cs typeface="Roboto Light"/>
                <a:sym typeface="Roboto Light"/>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6" name="Google Shape;86;p13"/>
          <p:cNvSpPr txBox="1"/>
          <p:nvPr>
            <p:ph idx="5" type="body"/>
          </p:nvPr>
        </p:nvSpPr>
        <p:spPr>
          <a:xfrm>
            <a:off x="4032504" y="3328411"/>
            <a:ext cx="3603000" cy="215400"/>
          </a:xfrm>
          <a:prstGeom prst="rect">
            <a:avLst/>
          </a:prstGeom>
        </p:spPr>
        <p:txBody>
          <a:bodyPr anchorCtr="0" anchor="t" bIns="91425" lIns="91425" spcFirstLastPara="1" rIns="91425" wrap="square" tIns="91425">
            <a:noAutofit/>
          </a:bodyPr>
          <a:lstStyle>
            <a:lvl1pPr indent="-323850" lvl="0" marL="457200" rtl="0">
              <a:spcBef>
                <a:spcPts val="0"/>
              </a:spcBef>
              <a:spcAft>
                <a:spcPts val="0"/>
              </a:spcAft>
              <a:buSzPts val="1500"/>
              <a:buFont typeface="Roboto Light"/>
              <a:buChar char="●"/>
              <a:defRPr sz="1500">
                <a:latin typeface="Roboto Light"/>
                <a:ea typeface="Roboto Light"/>
                <a:cs typeface="Roboto Light"/>
                <a:sym typeface="Roboto Light"/>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CX">
  <p:cSld name="CUSTOM">
    <p:spTree>
      <p:nvGrpSpPr>
        <p:cNvPr id="87" name="Shape 87"/>
        <p:cNvGrpSpPr/>
        <p:nvPr/>
      </p:nvGrpSpPr>
      <p:grpSpPr>
        <a:xfrm>
          <a:off x="0" y="0"/>
          <a:ext cx="0" cy="0"/>
          <a:chOff x="0" y="0"/>
          <a:chExt cx="0" cy="0"/>
        </a:xfrm>
      </p:grpSpPr>
      <p:sp>
        <p:nvSpPr>
          <p:cNvPr id="88" name="Google Shape;88;p14"/>
          <p:cNvSpPr/>
          <p:nvPr/>
        </p:nvSpPr>
        <p:spPr>
          <a:xfrm flipH="1">
            <a:off x="2926800" y="0"/>
            <a:ext cx="6217200" cy="5143500"/>
          </a:xfrm>
          <a:prstGeom prst="round1Rect">
            <a:avLst>
              <a:gd fmla="val 22767" name="adj"/>
            </a:avLst>
          </a:prstGeom>
          <a:solidFill>
            <a:srgbClr val="27D7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90" name="Google Shape;90;p14"/>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rgbClr val="FFFFFF"/>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0"/>
              </a:spcBef>
              <a:spcAft>
                <a:spcPts val="0"/>
              </a:spcAft>
              <a:buNone/>
              <a:defRPr b="1">
                <a:latin typeface="Roboto"/>
                <a:ea typeface="Roboto"/>
                <a:cs typeface="Roboto"/>
                <a:sym typeface="Roboto"/>
              </a:defRPr>
            </a:lvl3pPr>
            <a:lvl4pPr lvl="3">
              <a:spcBef>
                <a:spcPts val="0"/>
              </a:spcBef>
              <a:spcAft>
                <a:spcPts val="0"/>
              </a:spcAft>
              <a:buNone/>
              <a:defRPr b="1">
                <a:latin typeface="Roboto"/>
                <a:ea typeface="Roboto"/>
                <a:cs typeface="Roboto"/>
                <a:sym typeface="Roboto"/>
              </a:defRPr>
            </a:lvl4pPr>
            <a:lvl5pPr lvl="4">
              <a:spcBef>
                <a:spcPts val="0"/>
              </a:spcBef>
              <a:spcAft>
                <a:spcPts val="0"/>
              </a:spcAft>
              <a:buNone/>
              <a:defRPr b="1">
                <a:latin typeface="Roboto"/>
                <a:ea typeface="Roboto"/>
                <a:cs typeface="Roboto"/>
                <a:sym typeface="Roboto"/>
              </a:defRPr>
            </a:lvl5pPr>
            <a:lvl6pPr lvl="5">
              <a:spcBef>
                <a:spcPts val="0"/>
              </a:spcBef>
              <a:spcAft>
                <a:spcPts val="0"/>
              </a:spcAft>
              <a:buNone/>
              <a:defRPr b="1">
                <a:latin typeface="Roboto"/>
                <a:ea typeface="Roboto"/>
                <a:cs typeface="Roboto"/>
                <a:sym typeface="Roboto"/>
              </a:defRPr>
            </a:lvl6pPr>
            <a:lvl7pPr lvl="6">
              <a:spcBef>
                <a:spcPts val="0"/>
              </a:spcBef>
              <a:spcAft>
                <a:spcPts val="0"/>
              </a:spcAft>
              <a:buNone/>
              <a:defRPr b="1">
                <a:latin typeface="Roboto"/>
                <a:ea typeface="Roboto"/>
                <a:cs typeface="Roboto"/>
                <a:sym typeface="Roboto"/>
              </a:defRPr>
            </a:lvl7pPr>
            <a:lvl8pPr lvl="7">
              <a:spcBef>
                <a:spcPts val="0"/>
              </a:spcBef>
              <a:spcAft>
                <a:spcPts val="0"/>
              </a:spcAft>
              <a:buNone/>
              <a:defRPr b="1">
                <a:latin typeface="Roboto"/>
                <a:ea typeface="Roboto"/>
                <a:cs typeface="Roboto"/>
                <a:sym typeface="Roboto"/>
              </a:defRPr>
            </a:lvl8pPr>
            <a:lvl9pPr lvl="8">
              <a:spcBef>
                <a:spcPts val="0"/>
              </a:spcBef>
              <a:spcAft>
                <a:spcPts val="0"/>
              </a:spcAft>
              <a:buNone/>
              <a:defRPr b="1">
                <a:latin typeface="Roboto"/>
                <a:ea typeface="Roboto"/>
                <a:cs typeface="Roboto"/>
                <a:sym typeface="Roboto"/>
              </a:defRPr>
            </a:lvl9pPr>
          </a:lstStyle>
          <a:p/>
        </p:txBody>
      </p:sp>
      <p:pic>
        <p:nvPicPr>
          <p:cNvPr id="91" name="Google Shape;91;p14"/>
          <p:cNvPicPr preferRelativeResize="0"/>
          <p:nvPr/>
        </p:nvPicPr>
        <p:blipFill>
          <a:blip r:embed="rId2">
            <a:alphaModFix/>
          </a:blip>
          <a:stretch>
            <a:fillRect/>
          </a:stretch>
        </p:blipFill>
        <p:spPr>
          <a:xfrm>
            <a:off x="208425" y="232850"/>
            <a:ext cx="271775" cy="2717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PX">
  <p:cSld name="CUSTOM_2">
    <p:spTree>
      <p:nvGrpSpPr>
        <p:cNvPr id="92" name="Shape 92"/>
        <p:cNvGrpSpPr/>
        <p:nvPr/>
      </p:nvGrpSpPr>
      <p:grpSpPr>
        <a:xfrm>
          <a:off x="0" y="0"/>
          <a:ext cx="0" cy="0"/>
          <a:chOff x="0" y="0"/>
          <a:chExt cx="0" cy="0"/>
        </a:xfrm>
      </p:grpSpPr>
      <p:sp>
        <p:nvSpPr>
          <p:cNvPr id="93" name="Google Shape;93;p15"/>
          <p:cNvSpPr/>
          <p:nvPr/>
        </p:nvSpPr>
        <p:spPr>
          <a:xfrm flipH="1">
            <a:off x="2926800" y="0"/>
            <a:ext cx="6217200" cy="5143500"/>
          </a:xfrm>
          <a:prstGeom prst="round1Rect">
            <a:avLst>
              <a:gd fmla="val 22767" name="adj"/>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95" name="Google Shape;95;p15"/>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pic>
        <p:nvPicPr>
          <p:cNvPr id="96" name="Google Shape;96;p15"/>
          <p:cNvPicPr preferRelativeResize="0"/>
          <p:nvPr/>
        </p:nvPicPr>
        <p:blipFill>
          <a:blip r:embed="rId2">
            <a:alphaModFix/>
          </a:blip>
          <a:stretch>
            <a:fillRect/>
          </a:stretch>
        </p:blipFill>
        <p:spPr>
          <a:xfrm>
            <a:off x="228600" y="228600"/>
            <a:ext cx="265400" cy="2725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EX">
  <p:cSld name="CUSTOM_2_1">
    <p:spTree>
      <p:nvGrpSpPr>
        <p:cNvPr id="97" name="Shape 97"/>
        <p:cNvGrpSpPr/>
        <p:nvPr/>
      </p:nvGrpSpPr>
      <p:grpSpPr>
        <a:xfrm>
          <a:off x="0" y="0"/>
          <a:ext cx="0" cy="0"/>
          <a:chOff x="0" y="0"/>
          <a:chExt cx="0" cy="0"/>
        </a:xfrm>
      </p:grpSpPr>
      <p:pic>
        <p:nvPicPr>
          <p:cNvPr id="98" name="Google Shape;98;p16"/>
          <p:cNvPicPr preferRelativeResize="0"/>
          <p:nvPr/>
        </p:nvPicPr>
        <p:blipFill>
          <a:blip r:embed="rId2">
            <a:alphaModFix/>
          </a:blip>
          <a:stretch>
            <a:fillRect/>
          </a:stretch>
        </p:blipFill>
        <p:spPr>
          <a:xfrm>
            <a:off x="228600" y="232188"/>
            <a:ext cx="265400" cy="265400"/>
          </a:xfrm>
          <a:prstGeom prst="rect">
            <a:avLst/>
          </a:prstGeom>
          <a:noFill/>
          <a:ln>
            <a:noFill/>
          </a:ln>
        </p:spPr>
      </p:pic>
      <p:sp>
        <p:nvSpPr>
          <p:cNvPr id="99" name="Google Shape;99;p16"/>
          <p:cNvSpPr/>
          <p:nvPr/>
        </p:nvSpPr>
        <p:spPr>
          <a:xfrm flipH="1">
            <a:off x="2926800" y="0"/>
            <a:ext cx="6217200" cy="5143500"/>
          </a:xfrm>
          <a:prstGeom prst="round1Rect">
            <a:avLst>
              <a:gd fmla="val 22767" name="adj"/>
            </a:avLst>
          </a:prstGeom>
          <a:solidFill>
            <a:srgbClr val="045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01" name="Google Shape;101;p16"/>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BX">
  <p:cSld name="CUSTOM_2_1_1">
    <p:spTree>
      <p:nvGrpSpPr>
        <p:cNvPr id="102" name="Shape 102"/>
        <p:cNvGrpSpPr/>
        <p:nvPr/>
      </p:nvGrpSpPr>
      <p:grpSpPr>
        <a:xfrm>
          <a:off x="0" y="0"/>
          <a:ext cx="0" cy="0"/>
          <a:chOff x="0" y="0"/>
          <a:chExt cx="0" cy="0"/>
        </a:xfrm>
      </p:grpSpPr>
      <p:pic>
        <p:nvPicPr>
          <p:cNvPr id="103" name="Google Shape;103;p17"/>
          <p:cNvPicPr preferRelativeResize="0"/>
          <p:nvPr/>
        </p:nvPicPr>
        <p:blipFill>
          <a:blip r:embed="rId2">
            <a:alphaModFix/>
          </a:blip>
          <a:stretch>
            <a:fillRect/>
          </a:stretch>
        </p:blipFill>
        <p:spPr>
          <a:xfrm>
            <a:off x="228600" y="232190"/>
            <a:ext cx="265400" cy="265400"/>
          </a:xfrm>
          <a:prstGeom prst="rect">
            <a:avLst/>
          </a:prstGeom>
          <a:noFill/>
          <a:ln>
            <a:noFill/>
          </a:ln>
        </p:spPr>
      </p:pic>
      <p:sp>
        <p:nvSpPr>
          <p:cNvPr id="104" name="Google Shape;104;p17"/>
          <p:cNvSpPr/>
          <p:nvPr/>
        </p:nvSpPr>
        <p:spPr>
          <a:xfrm flipH="1">
            <a:off x="2926800" y="0"/>
            <a:ext cx="6217200" cy="5143500"/>
          </a:xfrm>
          <a:prstGeom prst="round1Rect">
            <a:avLst>
              <a:gd fmla="val 22767" name="adj"/>
            </a:avLst>
          </a:prstGeom>
          <a:solidFill>
            <a:srgbClr val="5F1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06" name="Google Shape;106;p17"/>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RC">
  <p:cSld name="CUSTOM_2_1_1_1">
    <p:spTree>
      <p:nvGrpSpPr>
        <p:cNvPr id="107" name="Shape 107"/>
        <p:cNvGrpSpPr/>
        <p:nvPr/>
      </p:nvGrpSpPr>
      <p:grpSpPr>
        <a:xfrm>
          <a:off x="0" y="0"/>
          <a:ext cx="0" cy="0"/>
          <a:chOff x="0" y="0"/>
          <a:chExt cx="0" cy="0"/>
        </a:xfrm>
      </p:grpSpPr>
      <p:pic>
        <p:nvPicPr>
          <p:cNvPr id="108" name="Google Shape;108;p18"/>
          <p:cNvPicPr preferRelativeResize="0"/>
          <p:nvPr/>
        </p:nvPicPr>
        <p:blipFill>
          <a:blip r:embed="rId2">
            <a:alphaModFix/>
          </a:blip>
          <a:stretch>
            <a:fillRect/>
          </a:stretch>
        </p:blipFill>
        <p:spPr>
          <a:xfrm>
            <a:off x="228600" y="239009"/>
            <a:ext cx="265400" cy="251790"/>
          </a:xfrm>
          <a:prstGeom prst="rect">
            <a:avLst/>
          </a:prstGeom>
          <a:noFill/>
          <a:ln>
            <a:noFill/>
          </a:ln>
        </p:spPr>
      </p:pic>
      <p:sp>
        <p:nvSpPr>
          <p:cNvPr id="109" name="Google Shape;109;p18"/>
          <p:cNvSpPr/>
          <p:nvPr/>
        </p:nvSpPr>
        <p:spPr>
          <a:xfrm flipH="1">
            <a:off x="2926800" y="0"/>
            <a:ext cx="6217200" cy="5143500"/>
          </a:xfrm>
          <a:prstGeom prst="round1Rect">
            <a:avLst>
              <a:gd fmla="val 22767"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8"/>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11" name="Google Shape;111;p18"/>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XM">
  <p:cSld name="CUSTOM_1">
    <p:spTree>
      <p:nvGrpSpPr>
        <p:cNvPr id="112" name="Shape 112"/>
        <p:cNvGrpSpPr/>
        <p:nvPr/>
      </p:nvGrpSpPr>
      <p:grpSpPr>
        <a:xfrm>
          <a:off x="0" y="0"/>
          <a:ext cx="0" cy="0"/>
          <a:chOff x="0" y="0"/>
          <a:chExt cx="0" cy="0"/>
        </a:xfrm>
      </p:grpSpPr>
      <p:sp>
        <p:nvSpPr>
          <p:cNvPr id="113" name="Google Shape;113;p19"/>
          <p:cNvSpPr/>
          <p:nvPr/>
        </p:nvSpPr>
        <p:spPr>
          <a:xfrm flipH="1">
            <a:off x="2926800" y="0"/>
            <a:ext cx="6217200" cy="5143500"/>
          </a:xfrm>
          <a:prstGeom prst="round1Rect">
            <a:avLst>
              <a:gd fmla="val 22767" name="adj"/>
            </a:avLst>
          </a:prstGeom>
          <a:gradFill>
            <a:gsLst>
              <a:gs pos="0">
                <a:srgbClr val="27D79A"/>
              </a:gs>
              <a:gs pos="36000">
                <a:srgbClr val="03B4F0"/>
              </a:gs>
              <a:gs pos="70000">
                <a:srgbClr val="0768DD"/>
              </a:gs>
              <a:gs pos="100000">
                <a:srgbClr val="5F1AE5"/>
              </a:gs>
              <a:gs pos="100000">
                <a:srgbClr val="737373"/>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9"/>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15" name="Google Shape;115;p19"/>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pic>
        <p:nvPicPr>
          <p:cNvPr id="116" name="Google Shape;116;p19"/>
          <p:cNvPicPr preferRelativeResize="0"/>
          <p:nvPr/>
        </p:nvPicPr>
        <p:blipFill>
          <a:blip r:embed="rId2">
            <a:alphaModFix/>
          </a:blip>
          <a:stretch>
            <a:fillRect/>
          </a:stretch>
        </p:blipFill>
        <p:spPr>
          <a:xfrm>
            <a:off x="167276" y="221023"/>
            <a:ext cx="393622" cy="21267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X sidebar">
  <p:cSld name="CUSTOM_4">
    <p:spTree>
      <p:nvGrpSpPr>
        <p:cNvPr id="117" name="Shape 117"/>
        <p:cNvGrpSpPr/>
        <p:nvPr/>
      </p:nvGrpSpPr>
      <p:grpSpPr>
        <a:xfrm>
          <a:off x="0" y="0"/>
          <a:ext cx="0" cy="0"/>
          <a:chOff x="0" y="0"/>
          <a:chExt cx="0" cy="0"/>
        </a:xfrm>
      </p:grpSpPr>
      <p:sp>
        <p:nvSpPr>
          <p:cNvPr id="118" name="Google Shape;118;p20"/>
          <p:cNvSpPr/>
          <p:nvPr/>
        </p:nvSpPr>
        <p:spPr>
          <a:xfrm>
            <a:off x="275" y="-9000"/>
            <a:ext cx="9144000" cy="5152500"/>
          </a:xfrm>
          <a:prstGeom prst="rect">
            <a:avLst/>
          </a:prstGeom>
          <a:solidFill>
            <a:srgbClr val="21DB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21" name="Google Shape;121;p20"/>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a:spcBef>
                <a:spcPts val="0"/>
              </a:spcBef>
              <a:spcAft>
                <a:spcPts val="0"/>
              </a:spcAft>
              <a:buNone/>
              <a:defRPr sz="2000">
                <a:latin typeface="Roboto Light"/>
                <a:ea typeface="Roboto Light"/>
                <a:cs typeface="Roboto Light"/>
                <a:sym typeface="Roboto Light"/>
              </a:defRPr>
            </a:lvl1pPr>
            <a:lvl2pPr lvl="1">
              <a:spcBef>
                <a:spcPts val="0"/>
              </a:spcBef>
              <a:spcAft>
                <a:spcPts val="0"/>
              </a:spcAft>
              <a:buNone/>
              <a:defRPr>
                <a:latin typeface="Roboto Medium"/>
                <a:ea typeface="Roboto Medium"/>
                <a:cs typeface="Roboto Medium"/>
                <a:sym typeface="Roboto Medium"/>
              </a:defRPr>
            </a:lvl2pPr>
            <a:lvl3pPr lvl="2">
              <a:spcBef>
                <a:spcPts val="0"/>
              </a:spcBef>
              <a:spcAft>
                <a:spcPts val="0"/>
              </a:spcAft>
              <a:buNone/>
              <a:defRPr>
                <a:latin typeface="Roboto Medium"/>
                <a:ea typeface="Roboto Medium"/>
                <a:cs typeface="Roboto Medium"/>
                <a:sym typeface="Roboto Medium"/>
              </a:defRPr>
            </a:lvl3pPr>
            <a:lvl4pPr lvl="3">
              <a:spcBef>
                <a:spcPts val="0"/>
              </a:spcBef>
              <a:spcAft>
                <a:spcPts val="0"/>
              </a:spcAft>
              <a:buNone/>
              <a:defRPr>
                <a:latin typeface="Roboto Medium"/>
                <a:ea typeface="Roboto Medium"/>
                <a:cs typeface="Roboto Medium"/>
                <a:sym typeface="Roboto Medium"/>
              </a:defRPr>
            </a:lvl4pPr>
            <a:lvl5pPr lvl="4">
              <a:spcBef>
                <a:spcPts val="0"/>
              </a:spcBef>
              <a:spcAft>
                <a:spcPts val="0"/>
              </a:spcAft>
              <a:buNone/>
              <a:defRPr>
                <a:latin typeface="Roboto Medium"/>
                <a:ea typeface="Roboto Medium"/>
                <a:cs typeface="Roboto Medium"/>
                <a:sym typeface="Roboto Medium"/>
              </a:defRPr>
            </a:lvl5pPr>
            <a:lvl6pPr lvl="5">
              <a:spcBef>
                <a:spcPts val="0"/>
              </a:spcBef>
              <a:spcAft>
                <a:spcPts val="0"/>
              </a:spcAft>
              <a:buNone/>
              <a:defRPr>
                <a:latin typeface="Roboto Medium"/>
                <a:ea typeface="Roboto Medium"/>
                <a:cs typeface="Roboto Medium"/>
                <a:sym typeface="Roboto Medium"/>
              </a:defRPr>
            </a:lvl6pPr>
            <a:lvl7pPr lvl="6">
              <a:spcBef>
                <a:spcPts val="0"/>
              </a:spcBef>
              <a:spcAft>
                <a:spcPts val="0"/>
              </a:spcAft>
              <a:buNone/>
              <a:defRPr>
                <a:latin typeface="Roboto Medium"/>
                <a:ea typeface="Roboto Medium"/>
                <a:cs typeface="Roboto Medium"/>
                <a:sym typeface="Roboto Medium"/>
              </a:defRPr>
            </a:lvl7pPr>
            <a:lvl8pPr lvl="7">
              <a:spcBef>
                <a:spcPts val="0"/>
              </a:spcBef>
              <a:spcAft>
                <a:spcPts val="0"/>
              </a:spcAft>
              <a:buNone/>
              <a:defRPr>
                <a:latin typeface="Roboto Medium"/>
                <a:ea typeface="Roboto Medium"/>
                <a:cs typeface="Roboto Medium"/>
                <a:sym typeface="Roboto Medium"/>
              </a:defRPr>
            </a:lvl8pPr>
            <a:lvl9pPr lvl="8">
              <a:spcBef>
                <a:spcPts val="0"/>
              </a:spcBef>
              <a:spcAft>
                <a:spcPts val="0"/>
              </a:spcAft>
              <a:buNone/>
              <a:defRPr>
                <a:latin typeface="Roboto Medium"/>
                <a:ea typeface="Roboto Medium"/>
                <a:cs typeface="Roboto Medium"/>
                <a:sym typeface="Roboto Medium"/>
              </a:defRPr>
            </a:lvl9pPr>
          </a:lstStyle>
          <a:p/>
        </p:txBody>
      </p:sp>
      <p:sp>
        <p:nvSpPr>
          <p:cNvPr id="122" name="Google Shape;122;p20"/>
          <p:cNvSpPr txBox="1"/>
          <p:nvPr>
            <p:ph idx="2" type="title"/>
          </p:nvPr>
        </p:nvSpPr>
        <p:spPr>
          <a:xfrm>
            <a:off x="1948175" y="2119671"/>
            <a:ext cx="2950800" cy="625800"/>
          </a:xfrm>
          <a:prstGeom prst="rect">
            <a:avLst/>
          </a:prstGeom>
        </p:spPr>
        <p:txBody>
          <a:bodyPr anchorCtr="0" anchor="t" bIns="91425" lIns="91425" spcFirstLastPara="1" rIns="91425" wrap="square" tIns="91425">
            <a:noAutofit/>
          </a:bodyPr>
          <a:lstStyle>
            <a:lvl1pPr lvl="0">
              <a:spcBef>
                <a:spcPts val="0"/>
              </a:spcBef>
              <a:spcAft>
                <a:spcPts val="0"/>
              </a:spcAft>
              <a:buNone/>
              <a:defRPr sz="1400">
                <a:latin typeface="Roboto Medium"/>
                <a:ea typeface="Roboto Medium"/>
                <a:cs typeface="Roboto Medium"/>
                <a:sym typeface="Roboto Medium"/>
              </a:defRPr>
            </a:lvl1pPr>
            <a:lvl2pPr lvl="1">
              <a:spcBef>
                <a:spcPts val="0"/>
              </a:spcBef>
              <a:spcAft>
                <a:spcPts val="0"/>
              </a:spcAft>
              <a:buNone/>
              <a:defRPr>
                <a:latin typeface="Roboto Medium"/>
                <a:ea typeface="Roboto Medium"/>
                <a:cs typeface="Roboto Medium"/>
                <a:sym typeface="Roboto Medium"/>
              </a:defRPr>
            </a:lvl2pPr>
            <a:lvl3pPr lvl="2">
              <a:spcBef>
                <a:spcPts val="0"/>
              </a:spcBef>
              <a:spcAft>
                <a:spcPts val="0"/>
              </a:spcAft>
              <a:buNone/>
              <a:defRPr>
                <a:latin typeface="Roboto Medium"/>
                <a:ea typeface="Roboto Medium"/>
                <a:cs typeface="Roboto Medium"/>
                <a:sym typeface="Roboto Medium"/>
              </a:defRPr>
            </a:lvl3pPr>
            <a:lvl4pPr lvl="3">
              <a:spcBef>
                <a:spcPts val="0"/>
              </a:spcBef>
              <a:spcAft>
                <a:spcPts val="0"/>
              </a:spcAft>
              <a:buNone/>
              <a:defRPr>
                <a:latin typeface="Roboto Medium"/>
                <a:ea typeface="Roboto Medium"/>
                <a:cs typeface="Roboto Medium"/>
                <a:sym typeface="Roboto Medium"/>
              </a:defRPr>
            </a:lvl4pPr>
            <a:lvl5pPr lvl="4">
              <a:spcBef>
                <a:spcPts val="0"/>
              </a:spcBef>
              <a:spcAft>
                <a:spcPts val="0"/>
              </a:spcAft>
              <a:buNone/>
              <a:defRPr>
                <a:latin typeface="Roboto Medium"/>
                <a:ea typeface="Roboto Medium"/>
                <a:cs typeface="Roboto Medium"/>
                <a:sym typeface="Roboto Medium"/>
              </a:defRPr>
            </a:lvl5pPr>
            <a:lvl6pPr lvl="5">
              <a:spcBef>
                <a:spcPts val="0"/>
              </a:spcBef>
              <a:spcAft>
                <a:spcPts val="0"/>
              </a:spcAft>
              <a:buNone/>
              <a:defRPr>
                <a:latin typeface="Roboto Medium"/>
                <a:ea typeface="Roboto Medium"/>
                <a:cs typeface="Roboto Medium"/>
                <a:sym typeface="Roboto Medium"/>
              </a:defRPr>
            </a:lvl6pPr>
            <a:lvl7pPr lvl="6">
              <a:spcBef>
                <a:spcPts val="0"/>
              </a:spcBef>
              <a:spcAft>
                <a:spcPts val="0"/>
              </a:spcAft>
              <a:buNone/>
              <a:defRPr>
                <a:latin typeface="Roboto Medium"/>
                <a:ea typeface="Roboto Medium"/>
                <a:cs typeface="Roboto Medium"/>
                <a:sym typeface="Roboto Medium"/>
              </a:defRPr>
            </a:lvl7pPr>
            <a:lvl8pPr lvl="7">
              <a:spcBef>
                <a:spcPts val="0"/>
              </a:spcBef>
              <a:spcAft>
                <a:spcPts val="0"/>
              </a:spcAft>
              <a:buNone/>
              <a:defRPr>
                <a:latin typeface="Roboto Medium"/>
                <a:ea typeface="Roboto Medium"/>
                <a:cs typeface="Roboto Medium"/>
                <a:sym typeface="Roboto Medium"/>
              </a:defRPr>
            </a:lvl8pPr>
            <a:lvl9pPr lvl="8">
              <a:spcBef>
                <a:spcPts val="0"/>
              </a:spcBef>
              <a:spcAft>
                <a:spcPts val="0"/>
              </a:spcAft>
              <a:buNone/>
              <a:defRPr>
                <a:latin typeface="Roboto Medium"/>
                <a:ea typeface="Roboto Medium"/>
                <a:cs typeface="Roboto Medium"/>
                <a:sym typeface="Roboto Medium"/>
              </a:defRPr>
            </a:lvl9pPr>
          </a:lstStyle>
          <a:p/>
        </p:txBody>
      </p:sp>
      <p:sp>
        <p:nvSpPr>
          <p:cNvPr id="123" name="Google Shape;123;p20"/>
          <p:cNvSpPr txBox="1"/>
          <p:nvPr>
            <p:ph idx="3" type="title"/>
          </p:nvPr>
        </p:nvSpPr>
        <p:spPr>
          <a:xfrm>
            <a:off x="55522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24" name="Google Shape;124;p20"/>
          <p:cNvSpPr txBox="1"/>
          <p:nvPr>
            <p:ph idx="1" type="body"/>
          </p:nvPr>
        </p:nvSpPr>
        <p:spPr>
          <a:xfrm>
            <a:off x="2089475" y="2563771"/>
            <a:ext cx="2809500" cy="1988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25" name="Google Shape;125;p20"/>
          <p:cNvSpPr txBox="1"/>
          <p:nvPr>
            <p:ph idx="4" type="body"/>
          </p:nvPr>
        </p:nvSpPr>
        <p:spPr>
          <a:xfrm>
            <a:off x="562292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X sidebar">
  <p:cSld name="CUSTOM_4_1">
    <p:spTree>
      <p:nvGrpSpPr>
        <p:cNvPr id="126" name="Shape 126"/>
        <p:cNvGrpSpPr/>
        <p:nvPr/>
      </p:nvGrpSpPr>
      <p:grpSpPr>
        <a:xfrm>
          <a:off x="0" y="0"/>
          <a:ext cx="0" cy="0"/>
          <a:chOff x="0" y="0"/>
          <a:chExt cx="0" cy="0"/>
        </a:xfrm>
      </p:grpSpPr>
      <p:sp>
        <p:nvSpPr>
          <p:cNvPr id="127" name="Google Shape;127;p21"/>
          <p:cNvSpPr/>
          <p:nvPr/>
        </p:nvSpPr>
        <p:spPr>
          <a:xfrm>
            <a:off x="275" y="-9000"/>
            <a:ext cx="9144000" cy="5152500"/>
          </a:xfrm>
          <a:prstGeom prst="rect">
            <a:avLst/>
          </a:prstGeom>
          <a:solidFill>
            <a:srgbClr val="00B4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1"/>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30" name="Google Shape;130;p21"/>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31" name="Google Shape;131;p21"/>
          <p:cNvSpPr txBox="1"/>
          <p:nvPr>
            <p:ph idx="2" type="title"/>
          </p:nvPr>
        </p:nvSpPr>
        <p:spPr>
          <a:xfrm>
            <a:off x="19481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32" name="Google Shape;132;p21"/>
          <p:cNvSpPr txBox="1"/>
          <p:nvPr>
            <p:ph idx="3" type="title"/>
          </p:nvPr>
        </p:nvSpPr>
        <p:spPr>
          <a:xfrm>
            <a:off x="55522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33" name="Google Shape;133;p21"/>
          <p:cNvSpPr txBox="1"/>
          <p:nvPr>
            <p:ph idx="1" type="body"/>
          </p:nvPr>
        </p:nvSpPr>
        <p:spPr>
          <a:xfrm>
            <a:off x="208947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4" name="Google Shape;134;p21"/>
          <p:cNvSpPr txBox="1"/>
          <p:nvPr>
            <p:ph idx="4" type="body"/>
          </p:nvPr>
        </p:nvSpPr>
        <p:spPr>
          <a:xfrm>
            <a:off x="562292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 sidebar">
  <p:cSld name="CUSTOM_4_2">
    <p:spTree>
      <p:nvGrpSpPr>
        <p:cNvPr id="135" name="Shape 135"/>
        <p:cNvGrpSpPr/>
        <p:nvPr/>
      </p:nvGrpSpPr>
      <p:grpSpPr>
        <a:xfrm>
          <a:off x="0" y="0"/>
          <a:ext cx="0" cy="0"/>
          <a:chOff x="0" y="0"/>
          <a:chExt cx="0" cy="0"/>
        </a:xfrm>
      </p:grpSpPr>
      <p:sp>
        <p:nvSpPr>
          <p:cNvPr id="136" name="Google Shape;136;p22"/>
          <p:cNvSpPr/>
          <p:nvPr/>
        </p:nvSpPr>
        <p:spPr>
          <a:xfrm>
            <a:off x="275" y="-9000"/>
            <a:ext cx="9144000" cy="5152500"/>
          </a:xfrm>
          <a:prstGeom prst="rect">
            <a:avLst/>
          </a:prstGeom>
          <a:solidFill>
            <a:srgbClr val="045E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2"/>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2"/>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39" name="Google Shape;139;p22"/>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40" name="Google Shape;140;p22"/>
          <p:cNvSpPr txBox="1"/>
          <p:nvPr>
            <p:ph idx="2" type="title"/>
          </p:nvPr>
        </p:nvSpPr>
        <p:spPr>
          <a:xfrm>
            <a:off x="19481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41" name="Google Shape;141;p22"/>
          <p:cNvSpPr txBox="1"/>
          <p:nvPr>
            <p:ph idx="3" type="title"/>
          </p:nvPr>
        </p:nvSpPr>
        <p:spPr>
          <a:xfrm>
            <a:off x="55522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42" name="Google Shape;142;p22"/>
          <p:cNvSpPr txBox="1"/>
          <p:nvPr>
            <p:ph idx="1" type="body"/>
          </p:nvPr>
        </p:nvSpPr>
        <p:spPr>
          <a:xfrm>
            <a:off x="208947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3" name="Google Shape;143;p22"/>
          <p:cNvSpPr txBox="1"/>
          <p:nvPr>
            <p:ph idx="4" type="body"/>
          </p:nvPr>
        </p:nvSpPr>
        <p:spPr>
          <a:xfrm>
            <a:off x="562292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X sidebar">
  <p:cSld name="CUSTOM_4_3">
    <p:spTree>
      <p:nvGrpSpPr>
        <p:cNvPr id="144" name="Shape 144"/>
        <p:cNvGrpSpPr/>
        <p:nvPr/>
      </p:nvGrpSpPr>
      <p:grpSpPr>
        <a:xfrm>
          <a:off x="0" y="0"/>
          <a:ext cx="0" cy="0"/>
          <a:chOff x="0" y="0"/>
          <a:chExt cx="0" cy="0"/>
        </a:xfrm>
      </p:grpSpPr>
      <p:sp>
        <p:nvSpPr>
          <p:cNvPr id="145" name="Google Shape;145;p23"/>
          <p:cNvSpPr/>
          <p:nvPr/>
        </p:nvSpPr>
        <p:spPr>
          <a:xfrm>
            <a:off x="275" y="-9000"/>
            <a:ext cx="9144000" cy="5152500"/>
          </a:xfrm>
          <a:prstGeom prst="rect">
            <a:avLst/>
          </a:prstGeom>
          <a:solidFill>
            <a:srgbClr val="5F19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3"/>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3"/>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48" name="Google Shape;148;p23"/>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49" name="Google Shape;149;p23"/>
          <p:cNvSpPr txBox="1"/>
          <p:nvPr>
            <p:ph idx="2" type="title"/>
          </p:nvPr>
        </p:nvSpPr>
        <p:spPr>
          <a:xfrm>
            <a:off x="19481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50" name="Google Shape;150;p23"/>
          <p:cNvSpPr txBox="1"/>
          <p:nvPr>
            <p:ph idx="3" type="title"/>
          </p:nvPr>
        </p:nvSpPr>
        <p:spPr>
          <a:xfrm>
            <a:off x="55522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51" name="Google Shape;151;p23"/>
          <p:cNvSpPr txBox="1"/>
          <p:nvPr>
            <p:ph idx="1" type="body"/>
          </p:nvPr>
        </p:nvSpPr>
        <p:spPr>
          <a:xfrm>
            <a:off x="208947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52" name="Google Shape;152;p23"/>
          <p:cNvSpPr txBox="1"/>
          <p:nvPr>
            <p:ph idx="4" type="body"/>
          </p:nvPr>
        </p:nvSpPr>
        <p:spPr>
          <a:xfrm>
            <a:off x="562292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C sidebar">
  <p:cSld name="CUSTOM_4_4">
    <p:spTree>
      <p:nvGrpSpPr>
        <p:cNvPr id="153" name="Shape 153"/>
        <p:cNvGrpSpPr/>
        <p:nvPr/>
      </p:nvGrpSpPr>
      <p:grpSpPr>
        <a:xfrm>
          <a:off x="0" y="0"/>
          <a:ext cx="0" cy="0"/>
          <a:chOff x="0" y="0"/>
          <a:chExt cx="0" cy="0"/>
        </a:xfrm>
      </p:grpSpPr>
      <p:sp>
        <p:nvSpPr>
          <p:cNvPr id="154" name="Google Shape;154;p24"/>
          <p:cNvSpPr/>
          <p:nvPr/>
        </p:nvSpPr>
        <p:spPr>
          <a:xfrm>
            <a:off x="275" y="-9000"/>
            <a:ext cx="9144000" cy="5152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4"/>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4"/>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57" name="Google Shape;157;p24"/>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58" name="Google Shape;158;p24"/>
          <p:cNvSpPr txBox="1"/>
          <p:nvPr>
            <p:ph idx="2" type="title"/>
          </p:nvPr>
        </p:nvSpPr>
        <p:spPr>
          <a:xfrm>
            <a:off x="19481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59" name="Google Shape;159;p24"/>
          <p:cNvSpPr txBox="1"/>
          <p:nvPr>
            <p:ph idx="3" type="title"/>
          </p:nvPr>
        </p:nvSpPr>
        <p:spPr>
          <a:xfrm>
            <a:off x="55522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60" name="Google Shape;160;p24"/>
          <p:cNvSpPr txBox="1"/>
          <p:nvPr>
            <p:ph idx="1" type="body"/>
          </p:nvPr>
        </p:nvSpPr>
        <p:spPr>
          <a:xfrm>
            <a:off x="208947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61" name="Google Shape;161;p24"/>
          <p:cNvSpPr txBox="1"/>
          <p:nvPr>
            <p:ph idx="4" type="body"/>
          </p:nvPr>
        </p:nvSpPr>
        <p:spPr>
          <a:xfrm>
            <a:off x="562292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M sidebar ">
  <p:cSld name="CUSTOM_4_4_1">
    <p:spTree>
      <p:nvGrpSpPr>
        <p:cNvPr id="162" name="Shape 162"/>
        <p:cNvGrpSpPr/>
        <p:nvPr/>
      </p:nvGrpSpPr>
      <p:grpSpPr>
        <a:xfrm>
          <a:off x="0" y="0"/>
          <a:ext cx="0" cy="0"/>
          <a:chOff x="0" y="0"/>
          <a:chExt cx="0" cy="0"/>
        </a:xfrm>
      </p:grpSpPr>
      <p:sp>
        <p:nvSpPr>
          <p:cNvPr id="163" name="Google Shape;163;p25"/>
          <p:cNvSpPr/>
          <p:nvPr/>
        </p:nvSpPr>
        <p:spPr>
          <a:xfrm>
            <a:off x="275" y="-9000"/>
            <a:ext cx="9144000" cy="5152500"/>
          </a:xfrm>
          <a:prstGeom prst="rect">
            <a:avLst/>
          </a:prstGeom>
          <a:gradFill>
            <a:gsLst>
              <a:gs pos="0">
                <a:srgbClr val="27D79A"/>
              </a:gs>
              <a:gs pos="36000">
                <a:srgbClr val="03B4F0"/>
              </a:gs>
              <a:gs pos="70000">
                <a:srgbClr val="0768DD"/>
              </a:gs>
              <a:gs pos="100000">
                <a:srgbClr val="5F1AE5"/>
              </a:gs>
              <a:gs pos="100000">
                <a:srgbClr val="737373"/>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5"/>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66" name="Google Shape;166;p25"/>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67" name="Google Shape;167;p25"/>
          <p:cNvSpPr txBox="1"/>
          <p:nvPr>
            <p:ph idx="2" type="title"/>
          </p:nvPr>
        </p:nvSpPr>
        <p:spPr>
          <a:xfrm>
            <a:off x="19481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68" name="Google Shape;168;p25"/>
          <p:cNvSpPr txBox="1"/>
          <p:nvPr>
            <p:ph idx="3" type="title"/>
          </p:nvPr>
        </p:nvSpPr>
        <p:spPr>
          <a:xfrm>
            <a:off x="5552275" y="2119671"/>
            <a:ext cx="29508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400">
                <a:latin typeface="Roboto Medium"/>
                <a:ea typeface="Roboto Medium"/>
                <a:cs typeface="Roboto Medium"/>
                <a:sym typeface="Roboto Medium"/>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69" name="Google Shape;169;p25"/>
          <p:cNvSpPr txBox="1"/>
          <p:nvPr>
            <p:ph idx="1" type="body"/>
          </p:nvPr>
        </p:nvSpPr>
        <p:spPr>
          <a:xfrm>
            <a:off x="208947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70" name="Google Shape;170;p25"/>
          <p:cNvSpPr txBox="1"/>
          <p:nvPr>
            <p:ph idx="4" type="body"/>
          </p:nvPr>
        </p:nvSpPr>
        <p:spPr>
          <a:xfrm>
            <a:off x="5622925" y="2563771"/>
            <a:ext cx="2809500" cy="1988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M sidebar  4 columns">
  <p:cSld name="CUSTOM_4_4_1_1">
    <p:spTree>
      <p:nvGrpSpPr>
        <p:cNvPr id="171" name="Shape 171"/>
        <p:cNvGrpSpPr/>
        <p:nvPr/>
      </p:nvGrpSpPr>
      <p:grpSpPr>
        <a:xfrm>
          <a:off x="0" y="0"/>
          <a:ext cx="0" cy="0"/>
          <a:chOff x="0" y="0"/>
          <a:chExt cx="0" cy="0"/>
        </a:xfrm>
      </p:grpSpPr>
      <p:sp>
        <p:nvSpPr>
          <p:cNvPr id="172" name="Google Shape;172;p26"/>
          <p:cNvSpPr/>
          <p:nvPr/>
        </p:nvSpPr>
        <p:spPr>
          <a:xfrm>
            <a:off x="275" y="-9000"/>
            <a:ext cx="9144000" cy="5152500"/>
          </a:xfrm>
          <a:prstGeom prst="rect">
            <a:avLst/>
          </a:prstGeom>
          <a:gradFill>
            <a:gsLst>
              <a:gs pos="0">
                <a:srgbClr val="27D79A"/>
              </a:gs>
              <a:gs pos="36000">
                <a:srgbClr val="03B4F0"/>
              </a:gs>
              <a:gs pos="70000">
                <a:srgbClr val="0768DD"/>
              </a:gs>
              <a:gs pos="100000">
                <a:srgbClr val="5F1AE5"/>
              </a:gs>
              <a:gs pos="100000">
                <a:srgbClr val="737373"/>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6"/>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6"/>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75" name="Google Shape;175;p26"/>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76" name="Google Shape;176;p26"/>
          <p:cNvSpPr txBox="1"/>
          <p:nvPr>
            <p:ph idx="2" type="title"/>
          </p:nvPr>
        </p:nvSpPr>
        <p:spPr>
          <a:xfrm>
            <a:off x="17195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77" name="Google Shape;177;p26"/>
          <p:cNvSpPr txBox="1"/>
          <p:nvPr>
            <p:ph idx="1" type="body"/>
          </p:nvPr>
        </p:nvSpPr>
        <p:spPr>
          <a:xfrm>
            <a:off x="17195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178" name="Google Shape;178;p26"/>
          <p:cNvSpPr txBox="1"/>
          <p:nvPr>
            <p:ph idx="3" type="title"/>
          </p:nvPr>
        </p:nvSpPr>
        <p:spPr>
          <a:xfrm>
            <a:off x="35665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79" name="Google Shape;179;p26"/>
          <p:cNvSpPr txBox="1"/>
          <p:nvPr>
            <p:ph idx="4" type="body"/>
          </p:nvPr>
        </p:nvSpPr>
        <p:spPr>
          <a:xfrm>
            <a:off x="35665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180" name="Google Shape;180;p26"/>
          <p:cNvSpPr txBox="1"/>
          <p:nvPr>
            <p:ph idx="5" type="title"/>
          </p:nvPr>
        </p:nvSpPr>
        <p:spPr>
          <a:xfrm>
            <a:off x="54134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81" name="Google Shape;181;p26"/>
          <p:cNvSpPr txBox="1"/>
          <p:nvPr>
            <p:ph idx="6" type="body"/>
          </p:nvPr>
        </p:nvSpPr>
        <p:spPr>
          <a:xfrm>
            <a:off x="54134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182" name="Google Shape;182;p26"/>
          <p:cNvSpPr txBox="1"/>
          <p:nvPr>
            <p:ph idx="7" type="title"/>
          </p:nvPr>
        </p:nvSpPr>
        <p:spPr>
          <a:xfrm>
            <a:off x="72604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83" name="Google Shape;183;p26"/>
          <p:cNvSpPr txBox="1"/>
          <p:nvPr>
            <p:ph idx="8" type="body"/>
          </p:nvPr>
        </p:nvSpPr>
        <p:spPr>
          <a:xfrm>
            <a:off x="72604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X sidebar 4 columns">
  <p:cSld name="CUSTOM_4_4_1_1_1">
    <p:spTree>
      <p:nvGrpSpPr>
        <p:cNvPr id="184" name="Shape 184"/>
        <p:cNvGrpSpPr/>
        <p:nvPr/>
      </p:nvGrpSpPr>
      <p:grpSpPr>
        <a:xfrm>
          <a:off x="0" y="0"/>
          <a:ext cx="0" cy="0"/>
          <a:chOff x="0" y="0"/>
          <a:chExt cx="0" cy="0"/>
        </a:xfrm>
      </p:grpSpPr>
      <p:sp>
        <p:nvSpPr>
          <p:cNvPr id="185" name="Google Shape;185;p27"/>
          <p:cNvSpPr/>
          <p:nvPr/>
        </p:nvSpPr>
        <p:spPr>
          <a:xfrm>
            <a:off x="275" y="-9000"/>
            <a:ext cx="9144000" cy="5152500"/>
          </a:xfrm>
          <a:prstGeom prst="rect">
            <a:avLst/>
          </a:prstGeom>
          <a:solidFill>
            <a:srgbClr val="21DB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188" name="Google Shape;188;p27"/>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189" name="Google Shape;189;p27"/>
          <p:cNvSpPr txBox="1"/>
          <p:nvPr>
            <p:ph idx="2" type="title"/>
          </p:nvPr>
        </p:nvSpPr>
        <p:spPr>
          <a:xfrm>
            <a:off x="17195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90" name="Google Shape;190;p27"/>
          <p:cNvSpPr txBox="1"/>
          <p:nvPr>
            <p:ph idx="1" type="body"/>
          </p:nvPr>
        </p:nvSpPr>
        <p:spPr>
          <a:xfrm>
            <a:off x="17195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191" name="Google Shape;191;p27"/>
          <p:cNvSpPr txBox="1"/>
          <p:nvPr>
            <p:ph idx="3" type="title"/>
          </p:nvPr>
        </p:nvSpPr>
        <p:spPr>
          <a:xfrm>
            <a:off x="35665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92" name="Google Shape;192;p27"/>
          <p:cNvSpPr txBox="1"/>
          <p:nvPr>
            <p:ph idx="4" type="body"/>
          </p:nvPr>
        </p:nvSpPr>
        <p:spPr>
          <a:xfrm>
            <a:off x="35665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193" name="Google Shape;193;p27"/>
          <p:cNvSpPr txBox="1"/>
          <p:nvPr>
            <p:ph idx="5" type="title"/>
          </p:nvPr>
        </p:nvSpPr>
        <p:spPr>
          <a:xfrm>
            <a:off x="54134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94" name="Google Shape;194;p27"/>
          <p:cNvSpPr txBox="1"/>
          <p:nvPr>
            <p:ph idx="6" type="body"/>
          </p:nvPr>
        </p:nvSpPr>
        <p:spPr>
          <a:xfrm>
            <a:off x="54134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195" name="Google Shape;195;p27"/>
          <p:cNvSpPr txBox="1"/>
          <p:nvPr>
            <p:ph idx="7" type="title"/>
          </p:nvPr>
        </p:nvSpPr>
        <p:spPr>
          <a:xfrm>
            <a:off x="72604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196" name="Google Shape;196;p27"/>
          <p:cNvSpPr txBox="1"/>
          <p:nvPr>
            <p:ph idx="8" type="body"/>
          </p:nvPr>
        </p:nvSpPr>
        <p:spPr>
          <a:xfrm>
            <a:off x="72604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X sidebar 4 columns">
  <p:cSld name="CUSTOM_4_4_1_1_1_1">
    <p:spTree>
      <p:nvGrpSpPr>
        <p:cNvPr id="197" name="Shape 197"/>
        <p:cNvGrpSpPr/>
        <p:nvPr/>
      </p:nvGrpSpPr>
      <p:grpSpPr>
        <a:xfrm>
          <a:off x="0" y="0"/>
          <a:ext cx="0" cy="0"/>
          <a:chOff x="0" y="0"/>
          <a:chExt cx="0" cy="0"/>
        </a:xfrm>
      </p:grpSpPr>
      <p:sp>
        <p:nvSpPr>
          <p:cNvPr id="198" name="Google Shape;198;p28"/>
          <p:cNvSpPr/>
          <p:nvPr/>
        </p:nvSpPr>
        <p:spPr>
          <a:xfrm>
            <a:off x="275" y="-9000"/>
            <a:ext cx="9144000" cy="5152500"/>
          </a:xfrm>
          <a:prstGeom prst="rect">
            <a:avLst/>
          </a:prstGeom>
          <a:solidFill>
            <a:srgbClr val="00B4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8"/>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8"/>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01" name="Google Shape;201;p28"/>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02" name="Google Shape;202;p28"/>
          <p:cNvSpPr txBox="1"/>
          <p:nvPr>
            <p:ph idx="2" type="title"/>
          </p:nvPr>
        </p:nvSpPr>
        <p:spPr>
          <a:xfrm>
            <a:off x="17195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03" name="Google Shape;203;p28"/>
          <p:cNvSpPr txBox="1"/>
          <p:nvPr>
            <p:ph idx="1" type="body"/>
          </p:nvPr>
        </p:nvSpPr>
        <p:spPr>
          <a:xfrm>
            <a:off x="17195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04" name="Google Shape;204;p28"/>
          <p:cNvSpPr txBox="1"/>
          <p:nvPr>
            <p:ph idx="3" type="title"/>
          </p:nvPr>
        </p:nvSpPr>
        <p:spPr>
          <a:xfrm>
            <a:off x="35665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05" name="Google Shape;205;p28"/>
          <p:cNvSpPr txBox="1"/>
          <p:nvPr>
            <p:ph idx="4" type="body"/>
          </p:nvPr>
        </p:nvSpPr>
        <p:spPr>
          <a:xfrm>
            <a:off x="35665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06" name="Google Shape;206;p28"/>
          <p:cNvSpPr txBox="1"/>
          <p:nvPr>
            <p:ph idx="5" type="title"/>
          </p:nvPr>
        </p:nvSpPr>
        <p:spPr>
          <a:xfrm>
            <a:off x="54134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07" name="Google Shape;207;p28"/>
          <p:cNvSpPr txBox="1"/>
          <p:nvPr>
            <p:ph idx="6" type="body"/>
          </p:nvPr>
        </p:nvSpPr>
        <p:spPr>
          <a:xfrm>
            <a:off x="54134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08" name="Google Shape;208;p28"/>
          <p:cNvSpPr txBox="1"/>
          <p:nvPr>
            <p:ph idx="7" type="title"/>
          </p:nvPr>
        </p:nvSpPr>
        <p:spPr>
          <a:xfrm>
            <a:off x="72604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09" name="Google Shape;209;p28"/>
          <p:cNvSpPr txBox="1"/>
          <p:nvPr>
            <p:ph idx="8" type="body"/>
          </p:nvPr>
        </p:nvSpPr>
        <p:spPr>
          <a:xfrm>
            <a:off x="72604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 sidebar 4 columns">
  <p:cSld name="CUSTOM_4_4_1_1_1_1_1">
    <p:spTree>
      <p:nvGrpSpPr>
        <p:cNvPr id="210" name="Shape 210"/>
        <p:cNvGrpSpPr/>
        <p:nvPr/>
      </p:nvGrpSpPr>
      <p:grpSpPr>
        <a:xfrm>
          <a:off x="0" y="0"/>
          <a:ext cx="0" cy="0"/>
          <a:chOff x="0" y="0"/>
          <a:chExt cx="0" cy="0"/>
        </a:xfrm>
      </p:grpSpPr>
      <p:sp>
        <p:nvSpPr>
          <p:cNvPr id="211" name="Google Shape;211;p29"/>
          <p:cNvSpPr/>
          <p:nvPr/>
        </p:nvSpPr>
        <p:spPr>
          <a:xfrm>
            <a:off x="275" y="-9000"/>
            <a:ext cx="9144000" cy="5152500"/>
          </a:xfrm>
          <a:prstGeom prst="rect">
            <a:avLst/>
          </a:prstGeom>
          <a:solidFill>
            <a:srgbClr val="045E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9"/>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9"/>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14" name="Google Shape;214;p29"/>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15" name="Google Shape;215;p29"/>
          <p:cNvSpPr txBox="1"/>
          <p:nvPr>
            <p:ph idx="2" type="title"/>
          </p:nvPr>
        </p:nvSpPr>
        <p:spPr>
          <a:xfrm>
            <a:off x="17195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16" name="Google Shape;216;p29"/>
          <p:cNvSpPr txBox="1"/>
          <p:nvPr>
            <p:ph idx="1" type="body"/>
          </p:nvPr>
        </p:nvSpPr>
        <p:spPr>
          <a:xfrm>
            <a:off x="17195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17" name="Google Shape;217;p29"/>
          <p:cNvSpPr txBox="1"/>
          <p:nvPr>
            <p:ph idx="3" type="title"/>
          </p:nvPr>
        </p:nvSpPr>
        <p:spPr>
          <a:xfrm>
            <a:off x="35665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18" name="Google Shape;218;p29"/>
          <p:cNvSpPr txBox="1"/>
          <p:nvPr>
            <p:ph idx="4" type="body"/>
          </p:nvPr>
        </p:nvSpPr>
        <p:spPr>
          <a:xfrm>
            <a:off x="35665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19" name="Google Shape;219;p29"/>
          <p:cNvSpPr txBox="1"/>
          <p:nvPr>
            <p:ph idx="5" type="title"/>
          </p:nvPr>
        </p:nvSpPr>
        <p:spPr>
          <a:xfrm>
            <a:off x="54134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20" name="Google Shape;220;p29"/>
          <p:cNvSpPr txBox="1"/>
          <p:nvPr>
            <p:ph idx="6" type="body"/>
          </p:nvPr>
        </p:nvSpPr>
        <p:spPr>
          <a:xfrm>
            <a:off x="54134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21" name="Google Shape;221;p29"/>
          <p:cNvSpPr txBox="1"/>
          <p:nvPr>
            <p:ph idx="7" type="title"/>
          </p:nvPr>
        </p:nvSpPr>
        <p:spPr>
          <a:xfrm>
            <a:off x="72604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22" name="Google Shape;222;p29"/>
          <p:cNvSpPr txBox="1"/>
          <p:nvPr>
            <p:ph idx="8" type="body"/>
          </p:nvPr>
        </p:nvSpPr>
        <p:spPr>
          <a:xfrm>
            <a:off x="72604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X sidebar 4 columns">
  <p:cSld name="CUSTOM_4_4_1_1_1_1_1_1">
    <p:spTree>
      <p:nvGrpSpPr>
        <p:cNvPr id="223" name="Shape 223"/>
        <p:cNvGrpSpPr/>
        <p:nvPr/>
      </p:nvGrpSpPr>
      <p:grpSpPr>
        <a:xfrm>
          <a:off x="0" y="0"/>
          <a:ext cx="0" cy="0"/>
          <a:chOff x="0" y="0"/>
          <a:chExt cx="0" cy="0"/>
        </a:xfrm>
      </p:grpSpPr>
      <p:sp>
        <p:nvSpPr>
          <p:cNvPr id="224" name="Google Shape;224;p30"/>
          <p:cNvSpPr/>
          <p:nvPr/>
        </p:nvSpPr>
        <p:spPr>
          <a:xfrm>
            <a:off x="275" y="-9000"/>
            <a:ext cx="9144000" cy="5152500"/>
          </a:xfrm>
          <a:prstGeom prst="rect">
            <a:avLst/>
          </a:prstGeom>
          <a:solidFill>
            <a:srgbClr val="5F19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0"/>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0"/>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27" name="Google Shape;227;p30"/>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28" name="Google Shape;228;p30"/>
          <p:cNvSpPr txBox="1"/>
          <p:nvPr>
            <p:ph idx="2" type="title"/>
          </p:nvPr>
        </p:nvSpPr>
        <p:spPr>
          <a:xfrm>
            <a:off x="17195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29" name="Google Shape;229;p30"/>
          <p:cNvSpPr txBox="1"/>
          <p:nvPr>
            <p:ph idx="1" type="body"/>
          </p:nvPr>
        </p:nvSpPr>
        <p:spPr>
          <a:xfrm>
            <a:off x="17195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30" name="Google Shape;230;p30"/>
          <p:cNvSpPr txBox="1"/>
          <p:nvPr>
            <p:ph idx="3" type="title"/>
          </p:nvPr>
        </p:nvSpPr>
        <p:spPr>
          <a:xfrm>
            <a:off x="35665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31" name="Google Shape;231;p30"/>
          <p:cNvSpPr txBox="1"/>
          <p:nvPr>
            <p:ph idx="4" type="body"/>
          </p:nvPr>
        </p:nvSpPr>
        <p:spPr>
          <a:xfrm>
            <a:off x="35665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32" name="Google Shape;232;p30"/>
          <p:cNvSpPr txBox="1"/>
          <p:nvPr>
            <p:ph idx="5" type="title"/>
          </p:nvPr>
        </p:nvSpPr>
        <p:spPr>
          <a:xfrm>
            <a:off x="54134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33" name="Google Shape;233;p30"/>
          <p:cNvSpPr txBox="1"/>
          <p:nvPr>
            <p:ph idx="6" type="body"/>
          </p:nvPr>
        </p:nvSpPr>
        <p:spPr>
          <a:xfrm>
            <a:off x="54134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34" name="Google Shape;234;p30"/>
          <p:cNvSpPr txBox="1"/>
          <p:nvPr>
            <p:ph idx="7" type="title"/>
          </p:nvPr>
        </p:nvSpPr>
        <p:spPr>
          <a:xfrm>
            <a:off x="72604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35" name="Google Shape;235;p30"/>
          <p:cNvSpPr txBox="1"/>
          <p:nvPr>
            <p:ph idx="8" type="body"/>
          </p:nvPr>
        </p:nvSpPr>
        <p:spPr>
          <a:xfrm>
            <a:off x="72604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C sidebar 4 columns">
  <p:cSld name="CUSTOM_4_4_1_1_1_1_1_1_1">
    <p:spTree>
      <p:nvGrpSpPr>
        <p:cNvPr id="236" name="Shape 236"/>
        <p:cNvGrpSpPr/>
        <p:nvPr/>
      </p:nvGrpSpPr>
      <p:grpSpPr>
        <a:xfrm>
          <a:off x="0" y="0"/>
          <a:ext cx="0" cy="0"/>
          <a:chOff x="0" y="0"/>
          <a:chExt cx="0" cy="0"/>
        </a:xfrm>
      </p:grpSpPr>
      <p:sp>
        <p:nvSpPr>
          <p:cNvPr id="237" name="Google Shape;237;p31"/>
          <p:cNvSpPr/>
          <p:nvPr/>
        </p:nvSpPr>
        <p:spPr>
          <a:xfrm>
            <a:off x="275" y="-9000"/>
            <a:ext cx="9144000" cy="5152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1"/>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1"/>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40" name="Google Shape;240;p31"/>
          <p:cNvSpPr txBox="1"/>
          <p:nvPr>
            <p:ph type="title"/>
          </p:nvPr>
        </p:nvSpPr>
        <p:spPr>
          <a:xfrm>
            <a:off x="1726125" y="696600"/>
            <a:ext cx="7065000" cy="1211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0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41" name="Google Shape;241;p31"/>
          <p:cNvSpPr txBox="1"/>
          <p:nvPr>
            <p:ph idx="2" type="title"/>
          </p:nvPr>
        </p:nvSpPr>
        <p:spPr>
          <a:xfrm>
            <a:off x="17195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42" name="Google Shape;242;p31"/>
          <p:cNvSpPr txBox="1"/>
          <p:nvPr>
            <p:ph idx="1" type="body"/>
          </p:nvPr>
        </p:nvSpPr>
        <p:spPr>
          <a:xfrm>
            <a:off x="17195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43" name="Google Shape;243;p31"/>
          <p:cNvSpPr txBox="1"/>
          <p:nvPr>
            <p:ph idx="3" type="title"/>
          </p:nvPr>
        </p:nvSpPr>
        <p:spPr>
          <a:xfrm>
            <a:off x="35665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44" name="Google Shape;244;p31"/>
          <p:cNvSpPr txBox="1"/>
          <p:nvPr>
            <p:ph idx="4" type="body"/>
          </p:nvPr>
        </p:nvSpPr>
        <p:spPr>
          <a:xfrm>
            <a:off x="35665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45" name="Google Shape;245;p31"/>
          <p:cNvSpPr txBox="1"/>
          <p:nvPr>
            <p:ph idx="5" type="title"/>
          </p:nvPr>
        </p:nvSpPr>
        <p:spPr>
          <a:xfrm>
            <a:off x="541347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46" name="Google Shape;246;p31"/>
          <p:cNvSpPr txBox="1"/>
          <p:nvPr>
            <p:ph idx="6" type="body"/>
          </p:nvPr>
        </p:nvSpPr>
        <p:spPr>
          <a:xfrm>
            <a:off x="541347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
        <p:nvSpPr>
          <p:cNvPr id="247" name="Google Shape;247;p31"/>
          <p:cNvSpPr txBox="1"/>
          <p:nvPr>
            <p:ph idx="7" type="title"/>
          </p:nvPr>
        </p:nvSpPr>
        <p:spPr>
          <a:xfrm>
            <a:off x="7260425" y="2119675"/>
            <a:ext cx="15543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200">
                <a:latin typeface="Roboto Medium"/>
                <a:ea typeface="Roboto Medium"/>
                <a:cs typeface="Roboto Medium"/>
                <a:sym typeface="Roboto Medium"/>
              </a:defRPr>
            </a:lvl1pPr>
            <a:lvl2pPr lvl="1" rtl="0">
              <a:spcBef>
                <a:spcPts val="0"/>
              </a:spcBef>
              <a:spcAft>
                <a:spcPts val="0"/>
              </a:spcAft>
              <a:buNone/>
              <a:defRPr sz="1200">
                <a:latin typeface="Roboto Medium"/>
                <a:ea typeface="Roboto Medium"/>
                <a:cs typeface="Roboto Medium"/>
                <a:sym typeface="Roboto Medium"/>
              </a:defRPr>
            </a:lvl2pPr>
            <a:lvl3pPr lvl="2" rtl="0">
              <a:spcBef>
                <a:spcPts val="0"/>
              </a:spcBef>
              <a:spcAft>
                <a:spcPts val="0"/>
              </a:spcAft>
              <a:buNone/>
              <a:defRPr sz="1200">
                <a:latin typeface="Roboto Medium"/>
                <a:ea typeface="Roboto Medium"/>
                <a:cs typeface="Roboto Medium"/>
                <a:sym typeface="Roboto Medium"/>
              </a:defRPr>
            </a:lvl3pPr>
            <a:lvl4pPr lvl="3" rtl="0">
              <a:spcBef>
                <a:spcPts val="0"/>
              </a:spcBef>
              <a:spcAft>
                <a:spcPts val="0"/>
              </a:spcAft>
              <a:buNone/>
              <a:defRPr sz="1200">
                <a:latin typeface="Roboto Medium"/>
                <a:ea typeface="Roboto Medium"/>
                <a:cs typeface="Roboto Medium"/>
                <a:sym typeface="Roboto Medium"/>
              </a:defRPr>
            </a:lvl4pPr>
            <a:lvl5pPr lvl="4" rtl="0">
              <a:spcBef>
                <a:spcPts val="0"/>
              </a:spcBef>
              <a:spcAft>
                <a:spcPts val="0"/>
              </a:spcAft>
              <a:buNone/>
              <a:defRPr sz="1200">
                <a:latin typeface="Roboto Medium"/>
                <a:ea typeface="Roboto Medium"/>
                <a:cs typeface="Roboto Medium"/>
                <a:sym typeface="Roboto Medium"/>
              </a:defRPr>
            </a:lvl5pPr>
            <a:lvl6pPr lvl="5" rtl="0">
              <a:spcBef>
                <a:spcPts val="0"/>
              </a:spcBef>
              <a:spcAft>
                <a:spcPts val="0"/>
              </a:spcAft>
              <a:buNone/>
              <a:defRPr sz="1200">
                <a:latin typeface="Roboto Medium"/>
                <a:ea typeface="Roboto Medium"/>
                <a:cs typeface="Roboto Medium"/>
                <a:sym typeface="Roboto Medium"/>
              </a:defRPr>
            </a:lvl6pPr>
            <a:lvl7pPr lvl="6" rtl="0">
              <a:spcBef>
                <a:spcPts val="0"/>
              </a:spcBef>
              <a:spcAft>
                <a:spcPts val="0"/>
              </a:spcAft>
              <a:buNone/>
              <a:defRPr sz="1200">
                <a:latin typeface="Roboto Medium"/>
                <a:ea typeface="Roboto Medium"/>
                <a:cs typeface="Roboto Medium"/>
                <a:sym typeface="Roboto Medium"/>
              </a:defRPr>
            </a:lvl7pPr>
            <a:lvl8pPr lvl="7" rtl="0">
              <a:spcBef>
                <a:spcPts val="0"/>
              </a:spcBef>
              <a:spcAft>
                <a:spcPts val="0"/>
              </a:spcAft>
              <a:buNone/>
              <a:defRPr sz="1200">
                <a:latin typeface="Roboto Medium"/>
                <a:ea typeface="Roboto Medium"/>
                <a:cs typeface="Roboto Medium"/>
                <a:sym typeface="Roboto Medium"/>
              </a:defRPr>
            </a:lvl8pPr>
            <a:lvl9pPr lvl="8" rtl="0">
              <a:spcBef>
                <a:spcPts val="0"/>
              </a:spcBef>
              <a:spcAft>
                <a:spcPts val="0"/>
              </a:spcAft>
              <a:buNone/>
              <a:defRPr sz="1200">
                <a:latin typeface="Roboto Medium"/>
                <a:ea typeface="Roboto Medium"/>
                <a:cs typeface="Roboto Medium"/>
                <a:sym typeface="Roboto Medium"/>
              </a:defRPr>
            </a:lvl9pPr>
          </a:lstStyle>
          <a:p/>
        </p:txBody>
      </p:sp>
      <p:sp>
        <p:nvSpPr>
          <p:cNvPr id="248" name="Google Shape;248;p31"/>
          <p:cNvSpPr txBox="1"/>
          <p:nvPr>
            <p:ph idx="8" type="body"/>
          </p:nvPr>
        </p:nvSpPr>
        <p:spPr>
          <a:xfrm>
            <a:off x="7260425" y="2745475"/>
            <a:ext cx="1554300" cy="1988100"/>
          </a:xfrm>
          <a:prstGeom prst="rect">
            <a:avLst/>
          </a:prstGeom>
        </p:spPr>
        <p:txBody>
          <a:bodyPr anchorCtr="0" anchor="t" bIns="91425" lIns="91425" spcFirstLastPara="1" rIns="91425" wrap="square" tIns="91425">
            <a:noAutofit/>
          </a:bodyPr>
          <a:lstStyle>
            <a:lvl1pPr indent="-292100" lvl="0" marL="457200" rtl="0">
              <a:spcBef>
                <a:spcPts val="0"/>
              </a:spcBef>
              <a:spcAft>
                <a:spcPts val="0"/>
              </a:spcAft>
              <a:buSzPts val="1000"/>
              <a:buFont typeface="Roboto Thin"/>
              <a:buChar char="●"/>
              <a:defRPr sz="1000">
                <a:latin typeface="Roboto Thin"/>
                <a:ea typeface="Roboto Thin"/>
                <a:cs typeface="Roboto Thin"/>
                <a:sym typeface="Roboto Thin"/>
              </a:defRPr>
            </a:lvl1pPr>
            <a:lvl2pPr indent="-292100" lvl="1" marL="914400" rtl="0">
              <a:spcBef>
                <a:spcPts val="1600"/>
              </a:spcBef>
              <a:spcAft>
                <a:spcPts val="0"/>
              </a:spcAft>
              <a:buSzPts val="1000"/>
              <a:buFont typeface="Roboto Thin"/>
              <a:buChar char="○"/>
              <a:defRPr sz="1000">
                <a:latin typeface="Roboto Thin"/>
                <a:ea typeface="Roboto Thin"/>
                <a:cs typeface="Roboto Thin"/>
                <a:sym typeface="Roboto Thin"/>
              </a:defRPr>
            </a:lvl2pPr>
            <a:lvl3pPr indent="-292100" lvl="2" marL="1371600" rtl="0">
              <a:spcBef>
                <a:spcPts val="1600"/>
              </a:spcBef>
              <a:spcAft>
                <a:spcPts val="0"/>
              </a:spcAft>
              <a:buSzPts val="1000"/>
              <a:buFont typeface="Roboto Thin"/>
              <a:buChar char="■"/>
              <a:defRPr sz="1000">
                <a:latin typeface="Roboto Thin"/>
                <a:ea typeface="Roboto Thin"/>
                <a:cs typeface="Roboto Thin"/>
                <a:sym typeface="Roboto Thin"/>
              </a:defRPr>
            </a:lvl3pPr>
            <a:lvl4pPr indent="-292100" lvl="3" marL="1828800" rtl="0">
              <a:spcBef>
                <a:spcPts val="1600"/>
              </a:spcBef>
              <a:spcAft>
                <a:spcPts val="0"/>
              </a:spcAft>
              <a:buSzPts val="1000"/>
              <a:buChar char="●"/>
              <a:defRPr sz="1000"/>
            </a:lvl4pPr>
            <a:lvl5pPr indent="-292100" lvl="4" marL="2286000" rtl="0">
              <a:spcBef>
                <a:spcPts val="1600"/>
              </a:spcBef>
              <a:spcAft>
                <a:spcPts val="0"/>
              </a:spcAft>
              <a:buSzPts val="1000"/>
              <a:buChar char="○"/>
              <a:defRPr sz="1000"/>
            </a:lvl5pPr>
            <a:lvl6pPr indent="-292100" lvl="5" marL="2743200" rtl="0">
              <a:spcBef>
                <a:spcPts val="1600"/>
              </a:spcBef>
              <a:spcAft>
                <a:spcPts val="0"/>
              </a:spcAft>
              <a:buSzPts val="1000"/>
              <a:buChar char="■"/>
              <a:defRPr sz="1000"/>
            </a:lvl6pPr>
            <a:lvl7pPr indent="-292100" lvl="6" marL="3200400" rtl="0">
              <a:spcBef>
                <a:spcPts val="1600"/>
              </a:spcBef>
              <a:spcAft>
                <a:spcPts val="0"/>
              </a:spcAft>
              <a:buSzPts val="1000"/>
              <a:buChar char="●"/>
              <a:defRPr sz="1000"/>
            </a:lvl7pPr>
            <a:lvl8pPr indent="-292100" lvl="7" marL="3657600" rtl="0">
              <a:spcBef>
                <a:spcPts val="1600"/>
              </a:spcBef>
              <a:spcAft>
                <a:spcPts val="0"/>
              </a:spcAft>
              <a:buSzPts val="1000"/>
              <a:buChar char="○"/>
              <a:defRPr sz="1000"/>
            </a:lvl8pPr>
            <a:lvl9pPr indent="-292100" lvl="8" marL="4114800" rtl="0">
              <a:spcBef>
                <a:spcPts val="1600"/>
              </a:spcBef>
              <a:spcAft>
                <a:spcPts val="1600"/>
              </a:spcAft>
              <a:buSzPts val="1000"/>
              <a:buChar char="■"/>
              <a:defRPr sz="1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X sidebar image (grey)">
  <p:cSld name="CUSTOM_4_5">
    <p:spTree>
      <p:nvGrpSpPr>
        <p:cNvPr id="249" name="Shape 249"/>
        <p:cNvGrpSpPr/>
        <p:nvPr/>
      </p:nvGrpSpPr>
      <p:grpSpPr>
        <a:xfrm>
          <a:off x="0" y="0"/>
          <a:ext cx="0" cy="0"/>
          <a:chOff x="0" y="0"/>
          <a:chExt cx="0" cy="0"/>
        </a:xfrm>
      </p:grpSpPr>
      <p:sp>
        <p:nvSpPr>
          <p:cNvPr id="250" name="Google Shape;250;p32"/>
          <p:cNvSpPr/>
          <p:nvPr/>
        </p:nvSpPr>
        <p:spPr>
          <a:xfrm>
            <a:off x="275" y="-9000"/>
            <a:ext cx="9144000" cy="5152500"/>
          </a:xfrm>
          <a:prstGeom prst="rect">
            <a:avLst/>
          </a:prstGeom>
          <a:solidFill>
            <a:srgbClr val="21DBA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2"/>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2"/>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53" name="Google Shape;253;p32"/>
          <p:cNvSpPr txBox="1"/>
          <p:nvPr>
            <p:ph type="title"/>
          </p:nvPr>
        </p:nvSpPr>
        <p:spPr>
          <a:xfrm>
            <a:off x="1726125" y="696600"/>
            <a:ext cx="3172800" cy="317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5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54" name="Google Shape;254;p32"/>
          <p:cNvSpPr/>
          <p:nvPr/>
        </p:nvSpPr>
        <p:spPr>
          <a:xfrm>
            <a:off x="5147550" y="0"/>
            <a:ext cx="3996600" cy="513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X sidebar + image (grey)">
  <p:cSld name="CUSTOM_4_1_1">
    <p:spTree>
      <p:nvGrpSpPr>
        <p:cNvPr id="255" name="Shape 255"/>
        <p:cNvGrpSpPr/>
        <p:nvPr/>
      </p:nvGrpSpPr>
      <p:grpSpPr>
        <a:xfrm>
          <a:off x="0" y="0"/>
          <a:ext cx="0" cy="0"/>
          <a:chOff x="0" y="0"/>
          <a:chExt cx="0" cy="0"/>
        </a:xfrm>
      </p:grpSpPr>
      <p:sp>
        <p:nvSpPr>
          <p:cNvPr id="256" name="Google Shape;256;p33"/>
          <p:cNvSpPr/>
          <p:nvPr/>
        </p:nvSpPr>
        <p:spPr>
          <a:xfrm>
            <a:off x="275" y="-9000"/>
            <a:ext cx="9144000" cy="5152500"/>
          </a:xfrm>
          <a:prstGeom prst="rect">
            <a:avLst/>
          </a:prstGeom>
          <a:solidFill>
            <a:srgbClr val="00B4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3"/>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3"/>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59" name="Google Shape;259;p33"/>
          <p:cNvSpPr txBox="1"/>
          <p:nvPr>
            <p:ph type="title"/>
          </p:nvPr>
        </p:nvSpPr>
        <p:spPr>
          <a:xfrm>
            <a:off x="1726125" y="696600"/>
            <a:ext cx="3172800" cy="317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5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60" name="Google Shape;260;p33"/>
          <p:cNvSpPr/>
          <p:nvPr/>
        </p:nvSpPr>
        <p:spPr>
          <a:xfrm>
            <a:off x="5147550" y="0"/>
            <a:ext cx="3996600" cy="513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 sidebar + image (grey)">
  <p:cSld name="CUSTOM_4_2_1">
    <p:spTree>
      <p:nvGrpSpPr>
        <p:cNvPr id="261" name="Shape 261"/>
        <p:cNvGrpSpPr/>
        <p:nvPr/>
      </p:nvGrpSpPr>
      <p:grpSpPr>
        <a:xfrm>
          <a:off x="0" y="0"/>
          <a:ext cx="0" cy="0"/>
          <a:chOff x="0" y="0"/>
          <a:chExt cx="0" cy="0"/>
        </a:xfrm>
      </p:grpSpPr>
      <p:sp>
        <p:nvSpPr>
          <p:cNvPr id="262" name="Google Shape;262;p34"/>
          <p:cNvSpPr/>
          <p:nvPr/>
        </p:nvSpPr>
        <p:spPr>
          <a:xfrm>
            <a:off x="275" y="-9000"/>
            <a:ext cx="9144000" cy="5152500"/>
          </a:xfrm>
          <a:prstGeom prst="rect">
            <a:avLst/>
          </a:prstGeom>
          <a:solidFill>
            <a:srgbClr val="045E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4"/>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4"/>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65" name="Google Shape;265;p34"/>
          <p:cNvSpPr txBox="1"/>
          <p:nvPr>
            <p:ph type="title"/>
          </p:nvPr>
        </p:nvSpPr>
        <p:spPr>
          <a:xfrm>
            <a:off x="1726125" y="696600"/>
            <a:ext cx="3172800" cy="317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5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66" name="Google Shape;266;p34"/>
          <p:cNvSpPr/>
          <p:nvPr/>
        </p:nvSpPr>
        <p:spPr>
          <a:xfrm>
            <a:off x="5147550" y="0"/>
            <a:ext cx="3996600" cy="513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X sidebar + image (grey)">
  <p:cSld name="CUSTOM_4_3_1">
    <p:spTree>
      <p:nvGrpSpPr>
        <p:cNvPr id="267" name="Shape 267"/>
        <p:cNvGrpSpPr/>
        <p:nvPr/>
      </p:nvGrpSpPr>
      <p:grpSpPr>
        <a:xfrm>
          <a:off x="0" y="0"/>
          <a:ext cx="0" cy="0"/>
          <a:chOff x="0" y="0"/>
          <a:chExt cx="0" cy="0"/>
        </a:xfrm>
      </p:grpSpPr>
      <p:sp>
        <p:nvSpPr>
          <p:cNvPr id="268" name="Google Shape;268;p35"/>
          <p:cNvSpPr/>
          <p:nvPr/>
        </p:nvSpPr>
        <p:spPr>
          <a:xfrm>
            <a:off x="275" y="-9000"/>
            <a:ext cx="9144000" cy="5152500"/>
          </a:xfrm>
          <a:prstGeom prst="rect">
            <a:avLst/>
          </a:prstGeom>
          <a:solidFill>
            <a:srgbClr val="5F19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5"/>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5"/>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71" name="Google Shape;271;p35"/>
          <p:cNvSpPr txBox="1"/>
          <p:nvPr>
            <p:ph type="title"/>
          </p:nvPr>
        </p:nvSpPr>
        <p:spPr>
          <a:xfrm>
            <a:off x="1726125" y="696600"/>
            <a:ext cx="3172800" cy="317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5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72" name="Google Shape;272;p35"/>
          <p:cNvSpPr/>
          <p:nvPr/>
        </p:nvSpPr>
        <p:spPr>
          <a:xfrm>
            <a:off x="5147550" y="0"/>
            <a:ext cx="3996600" cy="513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C sidebar + image (grey)">
  <p:cSld name="CUSTOM_4_4_2">
    <p:spTree>
      <p:nvGrpSpPr>
        <p:cNvPr id="273" name="Shape 273"/>
        <p:cNvGrpSpPr/>
        <p:nvPr/>
      </p:nvGrpSpPr>
      <p:grpSpPr>
        <a:xfrm>
          <a:off x="0" y="0"/>
          <a:ext cx="0" cy="0"/>
          <a:chOff x="0" y="0"/>
          <a:chExt cx="0" cy="0"/>
        </a:xfrm>
      </p:grpSpPr>
      <p:sp>
        <p:nvSpPr>
          <p:cNvPr id="274" name="Google Shape;274;p36"/>
          <p:cNvSpPr/>
          <p:nvPr/>
        </p:nvSpPr>
        <p:spPr>
          <a:xfrm>
            <a:off x="275" y="-9000"/>
            <a:ext cx="9144000" cy="5152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6"/>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6"/>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77" name="Google Shape;277;p36"/>
          <p:cNvSpPr txBox="1"/>
          <p:nvPr>
            <p:ph type="title"/>
          </p:nvPr>
        </p:nvSpPr>
        <p:spPr>
          <a:xfrm>
            <a:off x="1726125" y="696600"/>
            <a:ext cx="3172800" cy="317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5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78" name="Google Shape;278;p36"/>
          <p:cNvSpPr/>
          <p:nvPr/>
        </p:nvSpPr>
        <p:spPr>
          <a:xfrm>
            <a:off x="5147550" y="0"/>
            <a:ext cx="3996600" cy="513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M sidebar  + Image (grey)">
  <p:cSld name="CUSTOM_4_4_1_2">
    <p:spTree>
      <p:nvGrpSpPr>
        <p:cNvPr id="279" name="Shape 279"/>
        <p:cNvGrpSpPr/>
        <p:nvPr/>
      </p:nvGrpSpPr>
      <p:grpSpPr>
        <a:xfrm>
          <a:off x="0" y="0"/>
          <a:ext cx="0" cy="0"/>
          <a:chOff x="0" y="0"/>
          <a:chExt cx="0" cy="0"/>
        </a:xfrm>
      </p:grpSpPr>
      <p:sp>
        <p:nvSpPr>
          <p:cNvPr id="280" name="Google Shape;280;p37"/>
          <p:cNvSpPr/>
          <p:nvPr/>
        </p:nvSpPr>
        <p:spPr>
          <a:xfrm>
            <a:off x="275" y="-9000"/>
            <a:ext cx="9144000" cy="5152500"/>
          </a:xfrm>
          <a:prstGeom prst="rect">
            <a:avLst/>
          </a:prstGeom>
          <a:gradFill>
            <a:gsLst>
              <a:gs pos="0">
                <a:srgbClr val="27D79A"/>
              </a:gs>
              <a:gs pos="36000">
                <a:srgbClr val="03B4F0"/>
              </a:gs>
              <a:gs pos="70000">
                <a:srgbClr val="0768DD"/>
              </a:gs>
              <a:gs pos="100000">
                <a:srgbClr val="5F1AE5"/>
              </a:gs>
              <a:gs pos="100000">
                <a:srgbClr val="737373"/>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7"/>
          <p:cNvSpPr/>
          <p:nvPr/>
        </p:nvSpPr>
        <p:spPr>
          <a:xfrm flipH="1">
            <a:off x="1352700" y="0"/>
            <a:ext cx="7791300" cy="5143500"/>
          </a:xfrm>
          <a:prstGeom prst="round1Rect">
            <a:avLst>
              <a:gd fmla="val 22767"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7"/>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83" name="Google Shape;283;p37"/>
          <p:cNvSpPr txBox="1"/>
          <p:nvPr>
            <p:ph type="title"/>
          </p:nvPr>
        </p:nvSpPr>
        <p:spPr>
          <a:xfrm>
            <a:off x="1726125" y="696600"/>
            <a:ext cx="3172800" cy="317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2500">
                <a:latin typeface="Roboto Light"/>
                <a:ea typeface="Roboto Light"/>
                <a:cs typeface="Roboto Light"/>
                <a:sym typeface="Roboto Light"/>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284" name="Google Shape;284;p37"/>
          <p:cNvSpPr/>
          <p:nvPr/>
        </p:nvSpPr>
        <p:spPr>
          <a:xfrm>
            <a:off x="5147550" y="0"/>
            <a:ext cx="3996600" cy="513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CX 1">
  <p:cSld name="CUSTOM_5">
    <p:spTree>
      <p:nvGrpSpPr>
        <p:cNvPr id="285" name="Shape 285"/>
        <p:cNvGrpSpPr/>
        <p:nvPr/>
      </p:nvGrpSpPr>
      <p:grpSpPr>
        <a:xfrm>
          <a:off x="0" y="0"/>
          <a:ext cx="0" cy="0"/>
          <a:chOff x="0" y="0"/>
          <a:chExt cx="0" cy="0"/>
        </a:xfrm>
      </p:grpSpPr>
      <p:sp>
        <p:nvSpPr>
          <p:cNvPr id="286" name="Google Shape;286;p38"/>
          <p:cNvSpPr/>
          <p:nvPr/>
        </p:nvSpPr>
        <p:spPr>
          <a:xfrm flipH="1">
            <a:off x="2926800" y="0"/>
            <a:ext cx="6217200" cy="5143500"/>
          </a:xfrm>
          <a:prstGeom prst="round1Rect">
            <a:avLst>
              <a:gd fmla="val 22767" name="adj"/>
            </a:avLst>
          </a:prstGeom>
          <a:solidFill>
            <a:srgbClr val="27D7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8"/>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88" name="Google Shape;288;p38"/>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pic>
        <p:nvPicPr>
          <p:cNvPr id="289" name="Google Shape;289;p38"/>
          <p:cNvPicPr preferRelativeResize="0"/>
          <p:nvPr/>
        </p:nvPicPr>
        <p:blipFill>
          <a:blip r:embed="rId2">
            <a:alphaModFix/>
          </a:blip>
          <a:stretch>
            <a:fillRect/>
          </a:stretch>
        </p:blipFill>
        <p:spPr>
          <a:xfrm>
            <a:off x="208425" y="232850"/>
            <a:ext cx="271775" cy="271775"/>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PX 1">
  <p:cSld name="CUSTOM_2_2">
    <p:spTree>
      <p:nvGrpSpPr>
        <p:cNvPr id="290" name="Shape 290"/>
        <p:cNvGrpSpPr/>
        <p:nvPr/>
      </p:nvGrpSpPr>
      <p:grpSpPr>
        <a:xfrm>
          <a:off x="0" y="0"/>
          <a:ext cx="0" cy="0"/>
          <a:chOff x="0" y="0"/>
          <a:chExt cx="0" cy="0"/>
        </a:xfrm>
      </p:grpSpPr>
      <p:sp>
        <p:nvSpPr>
          <p:cNvPr id="291" name="Google Shape;291;p39"/>
          <p:cNvSpPr/>
          <p:nvPr/>
        </p:nvSpPr>
        <p:spPr>
          <a:xfrm flipH="1">
            <a:off x="2926800" y="0"/>
            <a:ext cx="6217200" cy="5143500"/>
          </a:xfrm>
          <a:prstGeom prst="round1Rect">
            <a:avLst>
              <a:gd fmla="val 22767" name="adj"/>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9"/>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93" name="Google Shape;293;p39"/>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pic>
        <p:nvPicPr>
          <p:cNvPr id="294" name="Google Shape;294;p39"/>
          <p:cNvPicPr preferRelativeResize="0"/>
          <p:nvPr/>
        </p:nvPicPr>
        <p:blipFill>
          <a:blip r:embed="rId2">
            <a:alphaModFix/>
          </a:blip>
          <a:stretch>
            <a:fillRect/>
          </a:stretch>
        </p:blipFill>
        <p:spPr>
          <a:xfrm>
            <a:off x="228600" y="228600"/>
            <a:ext cx="265400" cy="2725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EX 1">
  <p:cSld name="CUSTOM_2_1_2">
    <p:spTree>
      <p:nvGrpSpPr>
        <p:cNvPr id="295" name="Shape 295"/>
        <p:cNvGrpSpPr/>
        <p:nvPr/>
      </p:nvGrpSpPr>
      <p:grpSpPr>
        <a:xfrm>
          <a:off x="0" y="0"/>
          <a:ext cx="0" cy="0"/>
          <a:chOff x="0" y="0"/>
          <a:chExt cx="0" cy="0"/>
        </a:xfrm>
      </p:grpSpPr>
      <p:pic>
        <p:nvPicPr>
          <p:cNvPr id="296" name="Google Shape;296;p40"/>
          <p:cNvPicPr preferRelativeResize="0"/>
          <p:nvPr/>
        </p:nvPicPr>
        <p:blipFill>
          <a:blip r:embed="rId2">
            <a:alphaModFix/>
          </a:blip>
          <a:stretch>
            <a:fillRect/>
          </a:stretch>
        </p:blipFill>
        <p:spPr>
          <a:xfrm>
            <a:off x="228600" y="232188"/>
            <a:ext cx="265400" cy="265400"/>
          </a:xfrm>
          <a:prstGeom prst="rect">
            <a:avLst/>
          </a:prstGeom>
          <a:noFill/>
          <a:ln>
            <a:noFill/>
          </a:ln>
        </p:spPr>
      </p:pic>
      <p:sp>
        <p:nvSpPr>
          <p:cNvPr id="297" name="Google Shape;297;p40"/>
          <p:cNvSpPr/>
          <p:nvPr/>
        </p:nvSpPr>
        <p:spPr>
          <a:xfrm flipH="1">
            <a:off x="2926800" y="0"/>
            <a:ext cx="6217200" cy="5143500"/>
          </a:xfrm>
          <a:prstGeom prst="round1Rect">
            <a:avLst>
              <a:gd fmla="val 22767" name="adj"/>
            </a:avLst>
          </a:prstGeom>
          <a:solidFill>
            <a:srgbClr val="045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0"/>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299" name="Google Shape;299;p40"/>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BX 1">
  <p:cSld name="CUSTOM_2_1_1_2">
    <p:spTree>
      <p:nvGrpSpPr>
        <p:cNvPr id="300" name="Shape 300"/>
        <p:cNvGrpSpPr/>
        <p:nvPr/>
      </p:nvGrpSpPr>
      <p:grpSpPr>
        <a:xfrm>
          <a:off x="0" y="0"/>
          <a:ext cx="0" cy="0"/>
          <a:chOff x="0" y="0"/>
          <a:chExt cx="0" cy="0"/>
        </a:xfrm>
      </p:grpSpPr>
      <p:pic>
        <p:nvPicPr>
          <p:cNvPr id="301" name="Google Shape;301;p41"/>
          <p:cNvPicPr preferRelativeResize="0"/>
          <p:nvPr/>
        </p:nvPicPr>
        <p:blipFill>
          <a:blip r:embed="rId2">
            <a:alphaModFix/>
          </a:blip>
          <a:stretch>
            <a:fillRect/>
          </a:stretch>
        </p:blipFill>
        <p:spPr>
          <a:xfrm>
            <a:off x="228600" y="232190"/>
            <a:ext cx="265400" cy="265400"/>
          </a:xfrm>
          <a:prstGeom prst="rect">
            <a:avLst/>
          </a:prstGeom>
          <a:noFill/>
          <a:ln>
            <a:noFill/>
          </a:ln>
        </p:spPr>
      </p:pic>
      <p:sp>
        <p:nvSpPr>
          <p:cNvPr id="302" name="Google Shape;302;p41"/>
          <p:cNvSpPr/>
          <p:nvPr/>
        </p:nvSpPr>
        <p:spPr>
          <a:xfrm flipH="1">
            <a:off x="2926800" y="0"/>
            <a:ext cx="6217200" cy="5143500"/>
          </a:xfrm>
          <a:prstGeom prst="round1Rect">
            <a:avLst>
              <a:gd fmla="val 22767" name="adj"/>
            </a:avLst>
          </a:prstGeom>
          <a:solidFill>
            <a:srgbClr val="5F1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1"/>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304" name="Google Shape;304;p41"/>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eric divider_RC 1">
  <p:cSld name="CUSTOM_2_1_1_1_1">
    <p:spTree>
      <p:nvGrpSpPr>
        <p:cNvPr id="305" name="Shape 305"/>
        <p:cNvGrpSpPr/>
        <p:nvPr/>
      </p:nvGrpSpPr>
      <p:grpSpPr>
        <a:xfrm>
          <a:off x="0" y="0"/>
          <a:ext cx="0" cy="0"/>
          <a:chOff x="0" y="0"/>
          <a:chExt cx="0" cy="0"/>
        </a:xfrm>
      </p:grpSpPr>
      <p:pic>
        <p:nvPicPr>
          <p:cNvPr id="306" name="Google Shape;306;p42"/>
          <p:cNvPicPr preferRelativeResize="0"/>
          <p:nvPr/>
        </p:nvPicPr>
        <p:blipFill>
          <a:blip r:embed="rId2">
            <a:alphaModFix/>
          </a:blip>
          <a:stretch>
            <a:fillRect/>
          </a:stretch>
        </p:blipFill>
        <p:spPr>
          <a:xfrm>
            <a:off x="228600" y="239009"/>
            <a:ext cx="265400" cy="251790"/>
          </a:xfrm>
          <a:prstGeom prst="rect">
            <a:avLst/>
          </a:prstGeom>
          <a:noFill/>
          <a:ln>
            <a:noFill/>
          </a:ln>
        </p:spPr>
      </p:pic>
      <p:sp>
        <p:nvSpPr>
          <p:cNvPr id="307" name="Google Shape;307;p42"/>
          <p:cNvSpPr/>
          <p:nvPr/>
        </p:nvSpPr>
        <p:spPr>
          <a:xfrm flipH="1">
            <a:off x="2926800" y="0"/>
            <a:ext cx="6217200" cy="5143500"/>
          </a:xfrm>
          <a:prstGeom prst="round1Rect">
            <a:avLst>
              <a:gd fmla="val 22767"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2"/>
          <p:cNvSpPr txBox="1"/>
          <p:nvPr/>
        </p:nvSpPr>
        <p:spPr>
          <a:xfrm>
            <a:off x="2496750" y="1408650"/>
            <a:ext cx="2402100" cy="27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0">
                <a:solidFill>
                  <a:srgbClr val="FFFFFF"/>
                </a:solidFill>
                <a:latin typeface="Source Sans Pro"/>
                <a:ea typeface="Source Sans Pro"/>
                <a:cs typeface="Source Sans Pro"/>
                <a:sym typeface="Source Sans Pro"/>
              </a:rPr>
              <a:t>1</a:t>
            </a:r>
            <a:endParaRPr sz="30000">
              <a:solidFill>
                <a:srgbClr val="FFFFFF"/>
              </a:solidFill>
              <a:latin typeface="Source Sans Pro"/>
              <a:ea typeface="Source Sans Pro"/>
              <a:cs typeface="Source Sans Pro"/>
              <a:sym typeface="Source Sans Pro"/>
            </a:endParaRPr>
          </a:p>
        </p:txBody>
      </p:sp>
      <p:sp>
        <p:nvSpPr>
          <p:cNvPr id="309" name="Google Shape;309;p42"/>
          <p:cNvSpPr txBox="1"/>
          <p:nvPr>
            <p:ph type="title"/>
          </p:nvPr>
        </p:nvSpPr>
        <p:spPr>
          <a:xfrm>
            <a:off x="4309875" y="2609525"/>
            <a:ext cx="3593100" cy="625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a:solidFill>
                  <a:srgbClr val="FFFFFF"/>
                </a:solidFill>
                <a:latin typeface="Roboto"/>
                <a:ea typeface="Roboto"/>
                <a:cs typeface="Roboto"/>
                <a:sym typeface="Roboto"/>
              </a:defRPr>
            </a:lvl1pPr>
            <a:lvl2pPr lvl="1" rtl="0">
              <a:spcBef>
                <a:spcPts val="0"/>
              </a:spcBef>
              <a:spcAft>
                <a:spcPts val="0"/>
              </a:spcAft>
              <a:buNone/>
              <a:defRPr b="1">
                <a:latin typeface="Roboto"/>
                <a:ea typeface="Roboto"/>
                <a:cs typeface="Roboto"/>
                <a:sym typeface="Roboto"/>
              </a:defRPr>
            </a:lvl2pPr>
            <a:lvl3pPr lvl="2" rtl="0">
              <a:spcBef>
                <a:spcPts val="0"/>
              </a:spcBef>
              <a:spcAft>
                <a:spcPts val="0"/>
              </a:spcAft>
              <a:buNone/>
              <a:defRPr b="1">
                <a:latin typeface="Roboto"/>
                <a:ea typeface="Roboto"/>
                <a:cs typeface="Roboto"/>
                <a:sym typeface="Roboto"/>
              </a:defRPr>
            </a:lvl3pPr>
            <a:lvl4pPr lvl="3" rtl="0">
              <a:spcBef>
                <a:spcPts val="0"/>
              </a:spcBef>
              <a:spcAft>
                <a:spcPts val="0"/>
              </a:spcAft>
              <a:buNone/>
              <a:defRPr b="1">
                <a:latin typeface="Roboto"/>
                <a:ea typeface="Roboto"/>
                <a:cs typeface="Roboto"/>
                <a:sym typeface="Roboto"/>
              </a:defRPr>
            </a:lvl4pPr>
            <a:lvl5pPr lvl="4" rtl="0">
              <a:spcBef>
                <a:spcPts val="0"/>
              </a:spcBef>
              <a:spcAft>
                <a:spcPts val="0"/>
              </a:spcAft>
              <a:buNone/>
              <a:defRPr b="1">
                <a:latin typeface="Roboto"/>
                <a:ea typeface="Roboto"/>
                <a:cs typeface="Roboto"/>
                <a:sym typeface="Roboto"/>
              </a:defRPr>
            </a:lvl5pPr>
            <a:lvl6pPr lvl="5" rtl="0">
              <a:spcBef>
                <a:spcPts val="0"/>
              </a:spcBef>
              <a:spcAft>
                <a:spcPts val="0"/>
              </a:spcAft>
              <a:buNone/>
              <a:defRPr b="1">
                <a:latin typeface="Roboto"/>
                <a:ea typeface="Roboto"/>
                <a:cs typeface="Roboto"/>
                <a:sym typeface="Roboto"/>
              </a:defRPr>
            </a:lvl6pPr>
            <a:lvl7pPr lvl="6" rtl="0">
              <a:spcBef>
                <a:spcPts val="0"/>
              </a:spcBef>
              <a:spcAft>
                <a:spcPts val="0"/>
              </a:spcAft>
              <a:buNone/>
              <a:defRPr b="1">
                <a:latin typeface="Roboto"/>
                <a:ea typeface="Roboto"/>
                <a:cs typeface="Roboto"/>
                <a:sym typeface="Roboto"/>
              </a:defRPr>
            </a:lvl7pPr>
            <a:lvl8pPr lvl="7" rtl="0">
              <a:spcBef>
                <a:spcPts val="0"/>
              </a:spcBef>
              <a:spcAft>
                <a:spcPts val="0"/>
              </a:spcAft>
              <a:buNone/>
              <a:defRPr b="1">
                <a:latin typeface="Roboto"/>
                <a:ea typeface="Roboto"/>
                <a:cs typeface="Roboto"/>
                <a:sym typeface="Roboto"/>
              </a:defRPr>
            </a:lvl8pPr>
            <a:lvl9pPr lvl="8" rtl="0">
              <a:spcBef>
                <a:spcPts val="0"/>
              </a:spcBef>
              <a:spcAft>
                <a:spcPts val="0"/>
              </a:spcAft>
              <a:buNone/>
              <a:defRPr b="1">
                <a:latin typeface="Roboto"/>
                <a:ea typeface="Roboto"/>
                <a:cs typeface="Roboto"/>
                <a:sym typeface="Roboto"/>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side XM">
  <p:cSld name="CUSTOM_1_1">
    <p:spTree>
      <p:nvGrpSpPr>
        <p:cNvPr id="310" name="Shape 310"/>
        <p:cNvGrpSpPr/>
        <p:nvPr/>
      </p:nvGrpSpPr>
      <p:grpSpPr>
        <a:xfrm>
          <a:off x="0" y="0"/>
          <a:ext cx="0" cy="0"/>
          <a:chOff x="0" y="0"/>
          <a:chExt cx="0" cy="0"/>
        </a:xfrm>
      </p:grpSpPr>
      <p:sp>
        <p:nvSpPr>
          <p:cNvPr id="311" name="Google Shape;311;p43"/>
          <p:cNvSpPr/>
          <p:nvPr/>
        </p:nvSpPr>
        <p:spPr>
          <a:xfrm flipH="1">
            <a:off x="4107900" y="0"/>
            <a:ext cx="5036100" cy="5143500"/>
          </a:xfrm>
          <a:prstGeom prst="round1Rect">
            <a:avLst>
              <a:gd fmla="val 22767" name="adj"/>
            </a:avLst>
          </a:prstGeom>
          <a:gradFill>
            <a:gsLst>
              <a:gs pos="0">
                <a:srgbClr val="27D79A"/>
              </a:gs>
              <a:gs pos="36000">
                <a:srgbClr val="03B4F0"/>
              </a:gs>
              <a:gs pos="70000">
                <a:srgbClr val="0768DD"/>
              </a:gs>
              <a:gs pos="100000">
                <a:srgbClr val="5F1AE5"/>
              </a:gs>
              <a:gs pos="100000">
                <a:srgbClr val="737373"/>
              </a:gs>
            </a:gsLst>
            <a:lin ang="8100019"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3"/>
          <p:cNvSpPr txBox="1"/>
          <p:nvPr>
            <p:ph type="title"/>
          </p:nvPr>
        </p:nvSpPr>
        <p:spPr>
          <a:xfrm>
            <a:off x="5026450"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lgn="ctr">
              <a:spcBef>
                <a:spcPts val="0"/>
              </a:spcBef>
              <a:spcAft>
                <a:spcPts val="0"/>
              </a:spcAft>
              <a:buNone/>
              <a:defRPr sz="1500"/>
            </a:lvl2pPr>
            <a:lvl3pPr lvl="2" rtl="0" algn="ctr">
              <a:spcBef>
                <a:spcPts val="0"/>
              </a:spcBef>
              <a:spcAft>
                <a:spcPts val="0"/>
              </a:spcAft>
              <a:buNone/>
              <a:defRPr sz="1500"/>
            </a:lvl3pPr>
            <a:lvl4pPr lvl="3" rtl="0" algn="ctr">
              <a:spcBef>
                <a:spcPts val="0"/>
              </a:spcBef>
              <a:spcAft>
                <a:spcPts val="0"/>
              </a:spcAft>
              <a:buNone/>
              <a:defRPr sz="1500"/>
            </a:lvl4pPr>
            <a:lvl5pPr lvl="4" rtl="0" algn="ctr">
              <a:spcBef>
                <a:spcPts val="0"/>
              </a:spcBef>
              <a:spcAft>
                <a:spcPts val="0"/>
              </a:spcAft>
              <a:buNone/>
              <a:defRPr sz="1500"/>
            </a:lvl5pPr>
            <a:lvl6pPr lvl="5" rtl="0" algn="ctr">
              <a:spcBef>
                <a:spcPts val="0"/>
              </a:spcBef>
              <a:spcAft>
                <a:spcPts val="0"/>
              </a:spcAft>
              <a:buNone/>
              <a:defRPr sz="1500"/>
            </a:lvl6pPr>
            <a:lvl7pPr lvl="6" rtl="0" algn="ctr">
              <a:spcBef>
                <a:spcPts val="0"/>
              </a:spcBef>
              <a:spcAft>
                <a:spcPts val="0"/>
              </a:spcAft>
              <a:buNone/>
              <a:defRPr sz="1500"/>
            </a:lvl7pPr>
            <a:lvl8pPr lvl="7" rtl="0" algn="ctr">
              <a:spcBef>
                <a:spcPts val="0"/>
              </a:spcBef>
              <a:spcAft>
                <a:spcPts val="0"/>
              </a:spcAft>
              <a:buNone/>
              <a:defRPr sz="1500"/>
            </a:lvl8pPr>
            <a:lvl9pPr lvl="8" rtl="0" algn="ctr">
              <a:spcBef>
                <a:spcPts val="0"/>
              </a:spcBef>
              <a:spcAft>
                <a:spcPts val="0"/>
              </a:spcAft>
              <a:buNone/>
              <a:defRPr sz="1500"/>
            </a:lvl9pPr>
          </a:lstStyle>
          <a:p/>
        </p:txBody>
      </p:sp>
      <p:sp>
        <p:nvSpPr>
          <p:cNvPr id="313" name="Google Shape;313;p43"/>
          <p:cNvSpPr txBox="1"/>
          <p:nvPr>
            <p:ph idx="2" type="title"/>
          </p:nvPr>
        </p:nvSpPr>
        <p:spPr>
          <a:xfrm>
            <a:off x="353525"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000000"/>
                </a:solidFill>
              </a:defRPr>
            </a:lvl1pPr>
            <a:lvl2pPr lvl="1" rtl="0">
              <a:spcBef>
                <a:spcPts val="0"/>
              </a:spcBef>
              <a:spcAft>
                <a:spcPts val="0"/>
              </a:spcAft>
              <a:buNone/>
              <a:defRPr sz="1500">
                <a:solidFill>
                  <a:srgbClr val="000000"/>
                </a:solidFill>
              </a:defRPr>
            </a:lvl2pPr>
            <a:lvl3pPr lvl="2" rtl="0">
              <a:spcBef>
                <a:spcPts val="0"/>
              </a:spcBef>
              <a:spcAft>
                <a:spcPts val="0"/>
              </a:spcAft>
              <a:buNone/>
              <a:defRPr sz="1500">
                <a:solidFill>
                  <a:srgbClr val="000000"/>
                </a:solidFill>
              </a:defRPr>
            </a:lvl3pPr>
            <a:lvl4pPr lvl="3" rtl="0">
              <a:spcBef>
                <a:spcPts val="0"/>
              </a:spcBef>
              <a:spcAft>
                <a:spcPts val="0"/>
              </a:spcAft>
              <a:buNone/>
              <a:defRPr sz="1500">
                <a:solidFill>
                  <a:srgbClr val="000000"/>
                </a:solidFill>
              </a:defRPr>
            </a:lvl4pPr>
            <a:lvl5pPr lvl="4" rtl="0">
              <a:spcBef>
                <a:spcPts val="0"/>
              </a:spcBef>
              <a:spcAft>
                <a:spcPts val="0"/>
              </a:spcAft>
              <a:buNone/>
              <a:defRPr sz="1500">
                <a:solidFill>
                  <a:srgbClr val="000000"/>
                </a:solidFill>
              </a:defRPr>
            </a:lvl5pPr>
            <a:lvl6pPr lvl="5" rtl="0">
              <a:spcBef>
                <a:spcPts val="0"/>
              </a:spcBef>
              <a:spcAft>
                <a:spcPts val="0"/>
              </a:spcAft>
              <a:buNone/>
              <a:defRPr sz="1500">
                <a:solidFill>
                  <a:srgbClr val="000000"/>
                </a:solidFill>
              </a:defRPr>
            </a:lvl6pPr>
            <a:lvl7pPr lvl="6" rtl="0">
              <a:spcBef>
                <a:spcPts val="0"/>
              </a:spcBef>
              <a:spcAft>
                <a:spcPts val="0"/>
              </a:spcAft>
              <a:buNone/>
              <a:defRPr sz="1500">
                <a:solidFill>
                  <a:srgbClr val="000000"/>
                </a:solidFill>
              </a:defRPr>
            </a:lvl7pPr>
            <a:lvl8pPr lvl="7" rtl="0">
              <a:spcBef>
                <a:spcPts val="0"/>
              </a:spcBef>
              <a:spcAft>
                <a:spcPts val="0"/>
              </a:spcAft>
              <a:buNone/>
              <a:defRPr sz="1500">
                <a:solidFill>
                  <a:srgbClr val="000000"/>
                </a:solidFill>
              </a:defRPr>
            </a:lvl8pPr>
            <a:lvl9pPr lvl="8" rtl="0">
              <a:spcBef>
                <a:spcPts val="0"/>
              </a:spcBef>
              <a:spcAft>
                <a:spcPts val="0"/>
              </a:spcAft>
              <a:buNone/>
              <a:defRPr sz="1500">
                <a:solidFill>
                  <a:srgbClr val="000000"/>
                </a:solidFill>
              </a:defRPr>
            </a:lvl9pPr>
          </a:lstStyle>
          <a:p/>
        </p:txBody>
      </p:sp>
      <p:sp>
        <p:nvSpPr>
          <p:cNvPr id="314" name="Google Shape;314;p43"/>
          <p:cNvSpPr txBox="1"/>
          <p:nvPr>
            <p:ph idx="1" type="body"/>
          </p:nvPr>
        </p:nvSpPr>
        <p:spPr>
          <a:xfrm>
            <a:off x="928800" y="1986835"/>
            <a:ext cx="2613900" cy="2916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
        <p:nvSpPr>
          <p:cNvPr id="315" name="Google Shape;315;p43"/>
          <p:cNvSpPr txBox="1"/>
          <p:nvPr>
            <p:ph idx="3" type="body"/>
          </p:nvPr>
        </p:nvSpPr>
        <p:spPr>
          <a:xfrm>
            <a:off x="5298950" y="1986835"/>
            <a:ext cx="3249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1pPr>
            <a:lvl2pPr indent="-304800" lvl="1" marL="914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2pPr>
            <a:lvl3pPr indent="-304800" lvl="2" marL="1371600" rtl="0">
              <a:spcBef>
                <a:spcPts val="1600"/>
              </a:spcBef>
              <a:spcAft>
                <a:spcPts val="0"/>
              </a:spcAft>
              <a:buClr>
                <a:srgbClr val="FFFFFF"/>
              </a:buClr>
              <a:buSzPts val="1200"/>
              <a:buChar char="■"/>
              <a:defRPr sz="1200">
                <a:solidFill>
                  <a:srgbClr val="FFFFFF"/>
                </a:solidFill>
              </a:defRPr>
            </a:lvl3pPr>
            <a:lvl4pPr indent="-304800" lvl="3" marL="18288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4pPr>
            <a:lvl5pPr indent="-304800" lvl="4" marL="22860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5pPr>
            <a:lvl6pPr indent="-304800" lvl="5" marL="27432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6pPr>
            <a:lvl7pPr indent="-304800" lvl="6" marL="3200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7pPr>
            <a:lvl8pPr indent="-304800" lvl="7" marL="36576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8pPr>
            <a:lvl9pPr indent="-304800" lvl="8" marL="4114800" rtl="0">
              <a:spcBef>
                <a:spcPts val="1600"/>
              </a:spcBef>
              <a:spcAft>
                <a:spcPts val="1600"/>
              </a:spcAft>
              <a:buClr>
                <a:srgbClr val="FFFFFF"/>
              </a:buClr>
              <a:buSzPts val="1200"/>
              <a:buFont typeface="Roboto Light"/>
              <a:buChar char="■"/>
              <a:defRPr sz="1200">
                <a:solidFill>
                  <a:srgbClr val="FFFFFF"/>
                </a:solidFill>
                <a:latin typeface="Roboto Light"/>
                <a:ea typeface="Roboto Light"/>
                <a:cs typeface="Roboto Light"/>
                <a:sym typeface="Roboto Light"/>
              </a:defRPr>
            </a:lvl9pPr>
          </a:lstStyle>
          <a:p/>
        </p:txBody>
      </p:sp>
      <p:pic>
        <p:nvPicPr>
          <p:cNvPr id="316" name="Google Shape;316;p43"/>
          <p:cNvPicPr preferRelativeResize="0"/>
          <p:nvPr/>
        </p:nvPicPr>
        <p:blipFill>
          <a:blip r:embed="rId2">
            <a:alphaModFix/>
          </a:blip>
          <a:stretch>
            <a:fillRect/>
          </a:stretch>
        </p:blipFill>
        <p:spPr>
          <a:xfrm>
            <a:off x="167276" y="221023"/>
            <a:ext cx="393622" cy="212677"/>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side_CX">
  <p:cSld name="CUSTOM_1_1_1">
    <p:spTree>
      <p:nvGrpSpPr>
        <p:cNvPr id="317" name="Shape 317"/>
        <p:cNvGrpSpPr/>
        <p:nvPr/>
      </p:nvGrpSpPr>
      <p:grpSpPr>
        <a:xfrm>
          <a:off x="0" y="0"/>
          <a:ext cx="0" cy="0"/>
          <a:chOff x="0" y="0"/>
          <a:chExt cx="0" cy="0"/>
        </a:xfrm>
      </p:grpSpPr>
      <p:sp>
        <p:nvSpPr>
          <p:cNvPr id="318" name="Google Shape;318;p44"/>
          <p:cNvSpPr/>
          <p:nvPr/>
        </p:nvSpPr>
        <p:spPr>
          <a:xfrm flipH="1">
            <a:off x="4107900" y="0"/>
            <a:ext cx="5036100" cy="5143500"/>
          </a:xfrm>
          <a:prstGeom prst="round1Rect">
            <a:avLst>
              <a:gd fmla="val 22767" name="adj"/>
            </a:avLst>
          </a:prstGeom>
          <a:solidFill>
            <a:srgbClr val="27D7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4"/>
          <p:cNvSpPr txBox="1"/>
          <p:nvPr>
            <p:ph type="title"/>
          </p:nvPr>
        </p:nvSpPr>
        <p:spPr>
          <a:xfrm>
            <a:off x="5026450"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lgn="ctr">
              <a:spcBef>
                <a:spcPts val="0"/>
              </a:spcBef>
              <a:spcAft>
                <a:spcPts val="0"/>
              </a:spcAft>
              <a:buNone/>
              <a:defRPr sz="1500"/>
            </a:lvl2pPr>
            <a:lvl3pPr lvl="2" rtl="0" algn="ctr">
              <a:spcBef>
                <a:spcPts val="0"/>
              </a:spcBef>
              <a:spcAft>
                <a:spcPts val="0"/>
              </a:spcAft>
              <a:buNone/>
              <a:defRPr sz="1500"/>
            </a:lvl3pPr>
            <a:lvl4pPr lvl="3" rtl="0" algn="ctr">
              <a:spcBef>
                <a:spcPts val="0"/>
              </a:spcBef>
              <a:spcAft>
                <a:spcPts val="0"/>
              </a:spcAft>
              <a:buNone/>
              <a:defRPr sz="1500"/>
            </a:lvl4pPr>
            <a:lvl5pPr lvl="4" rtl="0" algn="ctr">
              <a:spcBef>
                <a:spcPts val="0"/>
              </a:spcBef>
              <a:spcAft>
                <a:spcPts val="0"/>
              </a:spcAft>
              <a:buNone/>
              <a:defRPr sz="1500"/>
            </a:lvl5pPr>
            <a:lvl6pPr lvl="5" rtl="0" algn="ctr">
              <a:spcBef>
                <a:spcPts val="0"/>
              </a:spcBef>
              <a:spcAft>
                <a:spcPts val="0"/>
              </a:spcAft>
              <a:buNone/>
              <a:defRPr sz="1500"/>
            </a:lvl6pPr>
            <a:lvl7pPr lvl="6" rtl="0" algn="ctr">
              <a:spcBef>
                <a:spcPts val="0"/>
              </a:spcBef>
              <a:spcAft>
                <a:spcPts val="0"/>
              </a:spcAft>
              <a:buNone/>
              <a:defRPr sz="1500"/>
            </a:lvl7pPr>
            <a:lvl8pPr lvl="7" rtl="0" algn="ctr">
              <a:spcBef>
                <a:spcPts val="0"/>
              </a:spcBef>
              <a:spcAft>
                <a:spcPts val="0"/>
              </a:spcAft>
              <a:buNone/>
              <a:defRPr sz="1500"/>
            </a:lvl8pPr>
            <a:lvl9pPr lvl="8" rtl="0" algn="ctr">
              <a:spcBef>
                <a:spcPts val="0"/>
              </a:spcBef>
              <a:spcAft>
                <a:spcPts val="0"/>
              </a:spcAft>
              <a:buNone/>
              <a:defRPr sz="1500"/>
            </a:lvl9pPr>
          </a:lstStyle>
          <a:p/>
        </p:txBody>
      </p:sp>
      <p:sp>
        <p:nvSpPr>
          <p:cNvPr id="320" name="Google Shape;320;p44"/>
          <p:cNvSpPr txBox="1"/>
          <p:nvPr>
            <p:ph idx="2" type="title"/>
          </p:nvPr>
        </p:nvSpPr>
        <p:spPr>
          <a:xfrm>
            <a:off x="353525"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000000"/>
                </a:solidFill>
              </a:defRPr>
            </a:lvl1pPr>
            <a:lvl2pPr lvl="1" rtl="0">
              <a:spcBef>
                <a:spcPts val="0"/>
              </a:spcBef>
              <a:spcAft>
                <a:spcPts val="0"/>
              </a:spcAft>
              <a:buNone/>
              <a:defRPr sz="1500">
                <a:solidFill>
                  <a:srgbClr val="000000"/>
                </a:solidFill>
              </a:defRPr>
            </a:lvl2pPr>
            <a:lvl3pPr lvl="2" rtl="0">
              <a:spcBef>
                <a:spcPts val="0"/>
              </a:spcBef>
              <a:spcAft>
                <a:spcPts val="0"/>
              </a:spcAft>
              <a:buNone/>
              <a:defRPr sz="1500">
                <a:solidFill>
                  <a:srgbClr val="000000"/>
                </a:solidFill>
              </a:defRPr>
            </a:lvl3pPr>
            <a:lvl4pPr lvl="3" rtl="0">
              <a:spcBef>
                <a:spcPts val="0"/>
              </a:spcBef>
              <a:spcAft>
                <a:spcPts val="0"/>
              </a:spcAft>
              <a:buNone/>
              <a:defRPr sz="1500">
                <a:solidFill>
                  <a:srgbClr val="000000"/>
                </a:solidFill>
              </a:defRPr>
            </a:lvl4pPr>
            <a:lvl5pPr lvl="4" rtl="0">
              <a:spcBef>
                <a:spcPts val="0"/>
              </a:spcBef>
              <a:spcAft>
                <a:spcPts val="0"/>
              </a:spcAft>
              <a:buNone/>
              <a:defRPr sz="1500">
                <a:solidFill>
                  <a:srgbClr val="000000"/>
                </a:solidFill>
              </a:defRPr>
            </a:lvl5pPr>
            <a:lvl6pPr lvl="5" rtl="0">
              <a:spcBef>
                <a:spcPts val="0"/>
              </a:spcBef>
              <a:spcAft>
                <a:spcPts val="0"/>
              </a:spcAft>
              <a:buNone/>
              <a:defRPr sz="1500">
                <a:solidFill>
                  <a:srgbClr val="000000"/>
                </a:solidFill>
              </a:defRPr>
            </a:lvl6pPr>
            <a:lvl7pPr lvl="6" rtl="0">
              <a:spcBef>
                <a:spcPts val="0"/>
              </a:spcBef>
              <a:spcAft>
                <a:spcPts val="0"/>
              </a:spcAft>
              <a:buNone/>
              <a:defRPr sz="1500">
                <a:solidFill>
                  <a:srgbClr val="000000"/>
                </a:solidFill>
              </a:defRPr>
            </a:lvl7pPr>
            <a:lvl8pPr lvl="7" rtl="0">
              <a:spcBef>
                <a:spcPts val="0"/>
              </a:spcBef>
              <a:spcAft>
                <a:spcPts val="0"/>
              </a:spcAft>
              <a:buNone/>
              <a:defRPr sz="1500">
                <a:solidFill>
                  <a:srgbClr val="000000"/>
                </a:solidFill>
              </a:defRPr>
            </a:lvl8pPr>
            <a:lvl9pPr lvl="8" rtl="0">
              <a:spcBef>
                <a:spcPts val="0"/>
              </a:spcBef>
              <a:spcAft>
                <a:spcPts val="0"/>
              </a:spcAft>
              <a:buNone/>
              <a:defRPr sz="1500">
                <a:solidFill>
                  <a:srgbClr val="000000"/>
                </a:solidFill>
              </a:defRPr>
            </a:lvl9pPr>
          </a:lstStyle>
          <a:p/>
        </p:txBody>
      </p:sp>
      <p:sp>
        <p:nvSpPr>
          <p:cNvPr id="321" name="Google Shape;321;p44"/>
          <p:cNvSpPr txBox="1"/>
          <p:nvPr>
            <p:ph idx="1" type="body"/>
          </p:nvPr>
        </p:nvSpPr>
        <p:spPr>
          <a:xfrm>
            <a:off x="928800" y="1986835"/>
            <a:ext cx="2613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
        <p:nvSpPr>
          <p:cNvPr id="322" name="Google Shape;322;p44"/>
          <p:cNvSpPr txBox="1"/>
          <p:nvPr>
            <p:ph idx="3" type="body"/>
          </p:nvPr>
        </p:nvSpPr>
        <p:spPr>
          <a:xfrm>
            <a:off x="5298950" y="1986835"/>
            <a:ext cx="3249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1pPr>
            <a:lvl2pPr indent="-304800" lvl="1" marL="914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2pPr>
            <a:lvl3pPr indent="-304800" lvl="2" marL="1371600" rtl="0">
              <a:spcBef>
                <a:spcPts val="1600"/>
              </a:spcBef>
              <a:spcAft>
                <a:spcPts val="0"/>
              </a:spcAft>
              <a:buClr>
                <a:srgbClr val="FFFFFF"/>
              </a:buClr>
              <a:buSzPts val="1200"/>
              <a:buChar char="■"/>
              <a:defRPr sz="1200">
                <a:solidFill>
                  <a:srgbClr val="FFFFFF"/>
                </a:solidFill>
              </a:defRPr>
            </a:lvl3pPr>
            <a:lvl4pPr indent="-304800" lvl="3" marL="18288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4pPr>
            <a:lvl5pPr indent="-304800" lvl="4" marL="22860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5pPr>
            <a:lvl6pPr indent="-304800" lvl="5" marL="27432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6pPr>
            <a:lvl7pPr indent="-304800" lvl="6" marL="3200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7pPr>
            <a:lvl8pPr indent="-304800" lvl="7" marL="36576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8pPr>
            <a:lvl9pPr indent="-304800" lvl="8" marL="4114800" rtl="0">
              <a:spcBef>
                <a:spcPts val="1600"/>
              </a:spcBef>
              <a:spcAft>
                <a:spcPts val="1600"/>
              </a:spcAft>
              <a:buClr>
                <a:srgbClr val="FFFFFF"/>
              </a:buClr>
              <a:buSzPts val="1200"/>
              <a:buFont typeface="Roboto Light"/>
              <a:buChar char="■"/>
              <a:defRPr sz="1200">
                <a:solidFill>
                  <a:srgbClr val="FFFFFF"/>
                </a:solidFill>
                <a:latin typeface="Roboto Light"/>
                <a:ea typeface="Roboto Light"/>
                <a:cs typeface="Roboto Light"/>
                <a:sym typeface="Roboto Light"/>
              </a:defRPr>
            </a:lvl9pPr>
          </a:lstStyle>
          <a:p/>
        </p:txBody>
      </p:sp>
      <p:pic>
        <p:nvPicPr>
          <p:cNvPr id="323" name="Google Shape;323;p44"/>
          <p:cNvPicPr preferRelativeResize="0"/>
          <p:nvPr/>
        </p:nvPicPr>
        <p:blipFill>
          <a:blip r:embed="rId2">
            <a:alphaModFix/>
          </a:blip>
          <a:stretch>
            <a:fillRect/>
          </a:stretch>
        </p:blipFill>
        <p:spPr>
          <a:xfrm>
            <a:off x="208425" y="232850"/>
            <a:ext cx="271775" cy="2717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side_PX">
  <p:cSld name="CUSTOM_1_1_1_1">
    <p:spTree>
      <p:nvGrpSpPr>
        <p:cNvPr id="324" name="Shape 324"/>
        <p:cNvGrpSpPr/>
        <p:nvPr/>
      </p:nvGrpSpPr>
      <p:grpSpPr>
        <a:xfrm>
          <a:off x="0" y="0"/>
          <a:ext cx="0" cy="0"/>
          <a:chOff x="0" y="0"/>
          <a:chExt cx="0" cy="0"/>
        </a:xfrm>
      </p:grpSpPr>
      <p:sp>
        <p:nvSpPr>
          <p:cNvPr id="325" name="Google Shape;325;p45"/>
          <p:cNvSpPr/>
          <p:nvPr/>
        </p:nvSpPr>
        <p:spPr>
          <a:xfrm flipH="1">
            <a:off x="4107900" y="0"/>
            <a:ext cx="5036100" cy="5143500"/>
          </a:xfrm>
          <a:prstGeom prst="round1Rect">
            <a:avLst>
              <a:gd fmla="val 22767" name="adj"/>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5"/>
          <p:cNvSpPr txBox="1"/>
          <p:nvPr>
            <p:ph type="title"/>
          </p:nvPr>
        </p:nvSpPr>
        <p:spPr>
          <a:xfrm>
            <a:off x="5026450"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lgn="ctr">
              <a:spcBef>
                <a:spcPts val="0"/>
              </a:spcBef>
              <a:spcAft>
                <a:spcPts val="0"/>
              </a:spcAft>
              <a:buNone/>
              <a:defRPr sz="1500"/>
            </a:lvl2pPr>
            <a:lvl3pPr lvl="2" rtl="0" algn="ctr">
              <a:spcBef>
                <a:spcPts val="0"/>
              </a:spcBef>
              <a:spcAft>
                <a:spcPts val="0"/>
              </a:spcAft>
              <a:buNone/>
              <a:defRPr sz="1500"/>
            </a:lvl3pPr>
            <a:lvl4pPr lvl="3" rtl="0" algn="ctr">
              <a:spcBef>
                <a:spcPts val="0"/>
              </a:spcBef>
              <a:spcAft>
                <a:spcPts val="0"/>
              </a:spcAft>
              <a:buNone/>
              <a:defRPr sz="1500"/>
            </a:lvl4pPr>
            <a:lvl5pPr lvl="4" rtl="0" algn="ctr">
              <a:spcBef>
                <a:spcPts val="0"/>
              </a:spcBef>
              <a:spcAft>
                <a:spcPts val="0"/>
              </a:spcAft>
              <a:buNone/>
              <a:defRPr sz="1500"/>
            </a:lvl5pPr>
            <a:lvl6pPr lvl="5" rtl="0" algn="ctr">
              <a:spcBef>
                <a:spcPts val="0"/>
              </a:spcBef>
              <a:spcAft>
                <a:spcPts val="0"/>
              </a:spcAft>
              <a:buNone/>
              <a:defRPr sz="1500"/>
            </a:lvl6pPr>
            <a:lvl7pPr lvl="6" rtl="0" algn="ctr">
              <a:spcBef>
                <a:spcPts val="0"/>
              </a:spcBef>
              <a:spcAft>
                <a:spcPts val="0"/>
              </a:spcAft>
              <a:buNone/>
              <a:defRPr sz="1500"/>
            </a:lvl7pPr>
            <a:lvl8pPr lvl="7" rtl="0" algn="ctr">
              <a:spcBef>
                <a:spcPts val="0"/>
              </a:spcBef>
              <a:spcAft>
                <a:spcPts val="0"/>
              </a:spcAft>
              <a:buNone/>
              <a:defRPr sz="1500"/>
            </a:lvl8pPr>
            <a:lvl9pPr lvl="8" rtl="0" algn="ctr">
              <a:spcBef>
                <a:spcPts val="0"/>
              </a:spcBef>
              <a:spcAft>
                <a:spcPts val="0"/>
              </a:spcAft>
              <a:buNone/>
              <a:defRPr sz="1500"/>
            </a:lvl9pPr>
          </a:lstStyle>
          <a:p/>
        </p:txBody>
      </p:sp>
      <p:sp>
        <p:nvSpPr>
          <p:cNvPr id="327" name="Google Shape;327;p45"/>
          <p:cNvSpPr txBox="1"/>
          <p:nvPr>
            <p:ph idx="2" type="title"/>
          </p:nvPr>
        </p:nvSpPr>
        <p:spPr>
          <a:xfrm>
            <a:off x="353525"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000000"/>
                </a:solidFill>
              </a:defRPr>
            </a:lvl1pPr>
            <a:lvl2pPr lvl="1" rtl="0">
              <a:spcBef>
                <a:spcPts val="0"/>
              </a:spcBef>
              <a:spcAft>
                <a:spcPts val="0"/>
              </a:spcAft>
              <a:buNone/>
              <a:defRPr sz="1500">
                <a:solidFill>
                  <a:srgbClr val="000000"/>
                </a:solidFill>
              </a:defRPr>
            </a:lvl2pPr>
            <a:lvl3pPr lvl="2" rtl="0">
              <a:spcBef>
                <a:spcPts val="0"/>
              </a:spcBef>
              <a:spcAft>
                <a:spcPts val="0"/>
              </a:spcAft>
              <a:buNone/>
              <a:defRPr sz="1500">
                <a:solidFill>
                  <a:srgbClr val="000000"/>
                </a:solidFill>
              </a:defRPr>
            </a:lvl3pPr>
            <a:lvl4pPr lvl="3" rtl="0">
              <a:spcBef>
                <a:spcPts val="0"/>
              </a:spcBef>
              <a:spcAft>
                <a:spcPts val="0"/>
              </a:spcAft>
              <a:buNone/>
              <a:defRPr sz="1500">
                <a:solidFill>
                  <a:srgbClr val="000000"/>
                </a:solidFill>
              </a:defRPr>
            </a:lvl4pPr>
            <a:lvl5pPr lvl="4" rtl="0">
              <a:spcBef>
                <a:spcPts val="0"/>
              </a:spcBef>
              <a:spcAft>
                <a:spcPts val="0"/>
              </a:spcAft>
              <a:buNone/>
              <a:defRPr sz="1500">
                <a:solidFill>
                  <a:srgbClr val="000000"/>
                </a:solidFill>
              </a:defRPr>
            </a:lvl5pPr>
            <a:lvl6pPr lvl="5" rtl="0">
              <a:spcBef>
                <a:spcPts val="0"/>
              </a:spcBef>
              <a:spcAft>
                <a:spcPts val="0"/>
              </a:spcAft>
              <a:buNone/>
              <a:defRPr sz="1500">
                <a:solidFill>
                  <a:srgbClr val="000000"/>
                </a:solidFill>
              </a:defRPr>
            </a:lvl6pPr>
            <a:lvl7pPr lvl="6" rtl="0">
              <a:spcBef>
                <a:spcPts val="0"/>
              </a:spcBef>
              <a:spcAft>
                <a:spcPts val="0"/>
              </a:spcAft>
              <a:buNone/>
              <a:defRPr sz="1500">
                <a:solidFill>
                  <a:srgbClr val="000000"/>
                </a:solidFill>
              </a:defRPr>
            </a:lvl7pPr>
            <a:lvl8pPr lvl="7" rtl="0">
              <a:spcBef>
                <a:spcPts val="0"/>
              </a:spcBef>
              <a:spcAft>
                <a:spcPts val="0"/>
              </a:spcAft>
              <a:buNone/>
              <a:defRPr sz="1500">
                <a:solidFill>
                  <a:srgbClr val="000000"/>
                </a:solidFill>
              </a:defRPr>
            </a:lvl8pPr>
            <a:lvl9pPr lvl="8" rtl="0">
              <a:spcBef>
                <a:spcPts val="0"/>
              </a:spcBef>
              <a:spcAft>
                <a:spcPts val="0"/>
              </a:spcAft>
              <a:buNone/>
              <a:defRPr sz="1500">
                <a:solidFill>
                  <a:srgbClr val="000000"/>
                </a:solidFill>
              </a:defRPr>
            </a:lvl9pPr>
          </a:lstStyle>
          <a:p/>
        </p:txBody>
      </p:sp>
      <p:sp>
        <p:nvSpPr>
          <p:cNvPr id="328" name="Google Shape;328;p45"/>
          <p:cNvSpPr txBox="1"/>
          <p:nvPr>
            <p:ph idx="1" type="body"/>
          </p:nvPr>
        </p:nvSpPr>
        <p:spPr>
          <a:xfrm>
            <a:off x="928800" y="1986835"/>
            <a:ext cx="2613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
        <p:nvSpPr>
          <p:cNvPr id="329" name="Google Shape;329;p45"/>
          <p:cNvSpPr txBox="1"/>
          <p:nvPr>
            <p:ph idx="3" type="body"/>
          </p:nvPr>
        </p:nvSpPr>
        <p:spPr>
          <a:xfrm>
            <a:off x="5298950" y="1986835"/>
            <a:ext cx="3249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1pPr>
            <a:lvl2pPr indent="-304800" lvl="1" marL="914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2pPr>
            <a:lvl3pPr indent="-304800" lvl="2" marL="1371600" rtl="0">
              <a:spcBef>
                <a:spcPts val="1600"/>
              </a:spcBef>
              <a:spcAft>
                <a:spcPts val="0"/>
              </a:spcAft>
              <a:buClr>
                <a:srgbClr val="FFFFFF"/>
              </a:buClr>
              <a:buSzPts val="1200"/>
              <a:buChar char="■"/>
              <a:defRPr sz="1200">
                <a:solidFill>
                  <a:srgbClr val="FFFFFF"/>
                </a:solidFill>
              </a:defRPr>
            </a:lvl3pPr>
            <a:lvl4pPr indent="-304800" lvl="3" marL="18288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4pPr>
            <a:lvl5pPr indent="-304800" lvl="4" marL="22860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5pPr>
            <a:lvl6pPr indent="-304800" lvl="5" marL="27432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6pPr>
            <a:lvl7pPr indent="-304800" lvl="6" marL="3200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7pPr>
            <a:lvl8pPr indent="-304800" lvl="7" marL="36576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8pPr>
            <a:lvl9pPr indent="-304800" lvl="8" marL="4114800" rtl="0">
              <a:spcBef>
                <a:spcPts val="1600"/>
              </a:spcBef>
              <a:spcAft>
                <a:spcPts val="1600"/>
              </a:spcAft>
              <a:buClr>
                <a:srgbClr val="FFFFFF"/>
              </a:buClr>
              <a:buSzPts val="1200"/>
              <a:buFont typeface="Roboto Light"/>
              <a:buChar char="■"/>
              <a:defRPr sz="1200">
                <a:solidFill>
                  <a:srgbClr val="FFFFFF"/>
                </a:solidFill>
                <a:latin typeface="Roboto Light"/>
                <a:ea typeface="Roboto Light"/>
                <a:cs typeface="Roboto Light"/>
                <a:sym typeface="Roboto Light"/>
              </a:defRPr>
            </a:lvl9pPr>
          </a:lstStyle>
          <a:p/>
        </p:txBody>
      </p:sp>
      <p:pic>
        <p:nvPicPr>
          <p:cNvPr id="330" name="Google Shape;330;p45"/>
          <p:cNvPicPr preferRelativeResize="0"/>
          <p:nvPr/>
        </p:nvPicPr>
        <p:blipFill>
          <a:blip r:embed="rId2">
            <a:alphaModFix/>
          </a:blip>
          <a:stretch>
            <a:fillRect/>
          </a:stretch>
        </p:blipFill>
        <p:spPr>
          <a:xfrm>
            <a:off x="228600" y="228600"/>
            <a:ext cx="265400" cy="2725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side_BX">
  <p:cSld name="CUSTOM_1_1_1_1_1">
    <p:spTree>
      <p:nvGrpSpPr>
        <p:cNvPr id="331" name="Shape 331"/>
        <p:cNvGrpSpPr/>
        <p:nvPr/>
      </p:nvGrpSpPr>
      <p:grpSpPr>
        <a:xfrm>
          <a:off x="0" y="0"/>
          <a:ext cx="0" cy="0"/>
          <a:chOff x="0" y="0"/>
          <a:chExt cx="0" cy="0"/>
        </a:xfrm>
      </p:grpSpPr>
      <p:sp>
        <p:nvSpPr>
          <p:cNvPr id="332" name="Google Shape;332;p46"/>
          <p:cNvSpPr/>
          <p:nvPr/>
        </p:nvSpPr>
        <p:spPr>
          <a:xfrm flipH="1">
            <a:off x="4107900" y="0"/>
            <a:ext cx="5036100" cy="5143500"/>
          </a:xfrm>
          <a:prstGeom prst="round1Rect">
            <a:avLst>
              <a:gd fmla="val 22767" name="adj"/>
            </a:avLst>
          </a:prstGeom>
          <a:solidFill>
            <a:srgbClr val="5F1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6"/>
          <p:cNvSpPr txBox="1"/>
          <p:nvPr>
            <p:ph type="title"/>
          </p:nvPr>
        </p:nvSpPr>
        <p:spPr>
          <a:xfrm>
            <a:off x="5026450"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lgn="ctr">
              <a:spcBef>
                <a:spcPts val="0"/>
              </a:spcBef>
              <a:spcAft>
                <a:spcPts val="0"/>
              </a:spcAft>
              <a:buNone/>
              <a:defRPr sz="1500"/>
            </a:lvl2pPr>
            <a:lvl3pPr lvl="2" rtl="0" algn="ctr">
              <a:spcBef>
                <a:spcPts val="0"/>
              </a:spcBef>
              <a:spcAft>
                <a:spcPts val="0"/>
              </a:spcAft>
              <a:buNone/>
              <a:defRPr sz="1500"/>
            </a:lvl3pPr>
            <a:lvl4pPr lvl="3" rtl="0" algn="ctr">
              <a:spcBef>
                <a:spcPts val="0"/>
              </a:spcBef>
              <a:spcAft>
                <a:spcPts val="0"/>
              </a:spcAft>
              <a:buNone/>
              <a:defRPr sz="1500"/>
            </a:lvl4pPr>
            <a:lvl5pPr lvl="4" rtl="0" algn="ctr">
              <a:spcBef>
                <a:spcPts val="0"/>
              </a:spcBef>
              <a:spcAft>
                <a:spcPts val="0"/>
              </a:spcAft>
              <a:buNone/>
              <a:defRPr sz="1500"/>
            </a:lvl5pPr>
            <a:lvl6pPr lvl="5" rtl="0" algn="ctr">
              <a:spcBef>
                <a:spcPts val="0"/>
              </a:spcBef>
              <a:spcAft>
                <a:spcPts val="0"/>
              </a:spcAft>
              <a:buNone/>
              <a:defRPr sz="1500"/>
            </a:lvl6pPr>
            <a:lvl7pPr lvl="6" rtl="0" algn="ctr">
              <a:spcBef>
                <a:spcPts val="0"/>
              </a:spcBef>
              <a:spcAft>
                <a:spcPts val="0"/>
              </a:spcAft>
              <a:buNone/>
              <a:defRPr sz="1500"/>
            </a:lvl7pPr>
            <a:lvl8pPr lvl="7" rtl="0" algn="ctr">
              <a:spcBef>
                <a:spcPts val="0"/>
              </a:spcBef>
              <a:spcAft>
                <a:spcPts val="0"/>
              </a:spcAft>
              <a:buNone/>
              <a:defRPr sz="1500"/>
            </a:lvl8pPr>
            <a:lvl9pPr lvl="8" rtl="0" algn="ctr">
              <a:spcBef>
                <a:spcPts val="0"/>
              </a:spcBef>
              <a:spcAft>
                <a:spcPts val="0"/>
              </a:spcAft>
              <a:buNone/>
              <a:defRPr sz="1500"/>
            </a:lvl9pPr>
          </a:lstStyle>
          <a:p/>
        </p:txBody>
      </p:sp>
      <p:sp>
        <p:nvSpPr>
          <p:cNvPr id="334" name="Google Shape;334;p46"/>
          <p:cNvSpPr txBox="1"/>
          <p:nvPr>
            <p:ph idx="2" type="title"/>
          </p:nvPr>
        </p:nvSpPr>
        <p:spPr>
          <a:xfrm>
            <a:off x="353525"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000000"/>
                </a:solidFill>
              </a:defRPr>
            </a:lvl1pPr>
            <a:lvl2pPr lvl="1" rtl="0">
              <a:spcBef>
                <a:spcPts val="0"/>
              </a:spcBef>
              <a:spcAft>
                <a:spcPts val="0"/>
              </a:spcAft>
              <a:buNone/>
              <a:defRPr sz="1500">
                <a:solidFill>
                  <a:srgbClr val="000000"/>
                </a:solidFill>
              </a:defRPr>
            </a:lvl2pPr>
            <a:lvl3pPr lvl="2" rtl="0">
              <a:spcBef>
                <a:spcPts val="0"/>
              </a:spcBef>
              <a:spcAft>
                <a:spcPts val="0"/>
              </a:spcAft>
              <a:buNone/>
              <a:defRPr sz="1500">
                <a:solidFill>
                  <a:srgbClr val="000000"/>
                </a:solidFill>
              </a:defRPr>
            </a:lvl3pPr>
            <a:lvl4pPr lvl="3" rtl="0">
              <a:spcBef>
                <a:spcPts val="0"/>
              </a:spcBef>
              <a:spcAft>
                <a:spcPts val="0"/>
              </a:spcAft>
              <a:buNone/>
              <a:defRPr sz="1500">
                <a:solidFill>
                  <a:srgbClr val="000000"/>
                </a:solidFill>
              </a:defRPr>
            </a:lvl4pPr>
            <a:lvl5pPr lvl="4" rtl="0">
              <a:spcBef>
                <a:spcPts val="0"/>
              </a:spcBef>
              <a:spcAft>
                <a:spcPts val="0"/>
              </a:spcAft>
              <a:buNone/>
              <a:defRPr sz="1500">
                <a:solidFill>
                  <a:srgbClr val="000000"/>
                </a:solidFill>
              </a:defRPr>
            </a:lvl5pPr>
            <a:lvl6pPr lvl="5" rtl="0">
              <a:spcBef>
                <a:spcPts val="0"/>
              </a:spcBef>
              <a:spcAft>
                <a:spcPts val="0"/>
              </a:spcAft>
              <a:buNone/>
              <a:defRPr sz="1500">
                <a:solidFill>
                  <a:srgbClr val="000000"/>
                </a:solidFill>
              </a:defRPr>
            </a:lvl6pPr>
            <a:lvl7pPr lvl="6" rtl="0">
              <a:spcBef>
                <a:spcPts val="0"/>
              </a:spcBef>
              <a:spcAft>
                <a:spcPts val="0"/>
              </a:spcAft>
              <a:buNone/>
              <a:defRPr sz="1500">
                <a:solidFill>
                  <a:srgbClr val="000000"/>
                </a:solidFill>
              </a:defRPr>
            </a:lvl7pPr>
            <a:lvl8pPr lvl="7" rtl="0">
              <a:spcBef>
                <a:spcPts val="0"/>
              </a:spcBef>
              <a:spcAft>
                <a:spcPts val="0"/>
              </a:spcAft>
              <a:buNone/>
              <a:defRPr sz="1500">
                <a:solidFill>
                  <a:srgbClr val="000000"/>
                </a:solidFill>
              </a:defRPr>
            </a:lvl8pPr>
            <a:lvl9pPr lvl="8" rtl="0">
              <a:spcBef>
                <a:spcPts val="0"/>
              </a:spcBef>
              <a:spcAft>
                <a:spcPts val="0"/>
              </a:spcAft>
              <a:buNone/>
              <a:defRPr sz="1500">
                <a:solidFill>
                  <a:srgbClr val="000000"/>
                </a:solidFill>
              </a:defRPr>
            </a:lvl9pPr>
          </a:lstStyle>
          <a:p/>
        </p:txBody>
      </p:sp>
      <p:sp>
        <p:nvSpPr>
          <p:cNvPr id="335" name="Google Shape;335;p46"/>
          <p:cNvSpPr txBox="1"/>
          <p:nvPr>
            <p:ph idx="1" type="body"/>
          </p:nvPr>
        </p:nvSpPr>
        <p:spPr>
          <a:xfrm>
            <a:off x="928800" y="1986835"/>
            <a:ext cx="2613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
        <p:nvSpPr>
          <p:cNvPr id="336" name="Google Shape;336;p46"/>
          <p:cNvSpPr txBox="1"/>
          <p:nvPr>
            <p:ph idx="3" type="body"/>
          </p:nvPr>
        </p:nvSpPr>
        <p:spPr>
          <a:xfrm>
            <a:off x="5298950" y="1986835"/>
            <a:ext cx="3249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1pPr>
            <a:lvl2pPr indent="-304800" lvl="1" marL="914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2pPr>
            <a:lvl3pPr indent="-304800" lvl="2" marL="1371600" rtl="0">
              <a:spcBef>
                <a:spcPts val="1600"/>
              </a:spcBef>
              <a:spcAft>
                <a:spcPts val="0"/>
              </a:spcAft>
              <a:buClr>
                <a:srgbClr val="FFFFFF"/>
              </a:buClr>
              <a:buSzPts val="1200"/>
              <a:buChar char="■"/>
              <a:defRPr sz="1200">
                <a:solidFill>
                  <a:srgbClr val="FFFFFF"/>
                </a:solidFill>
              </a:defRPr>
            </a:lvl3pPr>
            <a:lvl4pPr indent="-304800" lvl="3" marL="18288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4pPr>
            <a:lvl5pPr indent="-304800" lvl="4" marL="22860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5pPr>
            <a:lvl6pPr indent="-304800" lvl="5" marL="27432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6pPr>
            <a:lvl7pPr indent="-304800" lvl="6" marL="3200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7pPr>
            <a:lvl8pPr indent="-304800" lvl="7" marL="36576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8pPr>
            <a:lvl9pPr indent="-304800" lvl="8" marL="4114800" rtl="0">
              <a:spcBef>
                <a:spcPts val="1600"/>
              </a:spcBef>
              <a:spcAft>
                <a:spcPts val="1600"/>
              </a:spcAft>
              <a:buClr>
                <a:srgbClr val="FFFFFF"/>
              </a:buClr>
              <a:buSzPts val="1200"/>
              <a:buFont typeface="Roboto Light"/>
              <a:buChar char="■"/>
              <a:defRPr sz="1200">
                <a:solidFill>
                  <a:srgbClr val="FFFFFF"/>
                </a:solidFill>
                <a:latin typeface="Roboto Light"/>
                <a:ea typeface="Roboto Light"/>
                <a:cs typeface="Roboto Light"/>
                <a:sym typeface="Roboto Light"/>
              </a:defRPr>
            </a:lvl9pPr>
          </a:lstStyle>
          <a:p/>
        </p:txBody>
      </p:sp>
      <p:pic>
        <p:nvPicPr>
          <p:cNvPr id="337" name="Google Shape;337;p46"/>
          <p:cNvPicPr preferRelativeResize="0"/>
          <p:nvPr/>
        </p:nvPicPr>
        <p:blipFill>
          <a:blip r:embed="rId2">
            <a:alphaModFix/>
          </a:blip>
          <a:stretch>
            <a:fillRect/>
          </a:stretch>
        </p:blipFill>
        <p:spPr>
          <a:xfrm>
            <a:off x="228600" y="232190"/>
            <a:ext cx="265400" cy="265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side_EX">
  <p:cSld name="CUSTOM_1_1_1_1_1_1">
    <p:spTree>
      <p:nvGrpSpPr>
        <p:cNvPr id="338" name="Shape 338"/>
        <p:cNvGrpSpPr/>
        <p:nvPr/>
      </p:nvGrpSpPr>
      <p:grpSpPr>
        <a:xfrm>
          <a:off x="0" y="0"/>
          <a:ext cx="0" cy="0"/>
          <a:chOff x="0" y="0"/>
          <a:chExt cx="0" cy="0"/>
        </a:xfrm>
      </p:grpSpPr>
      <p:sp>
        <p:nvSpPr>
          <p:cNvPr id="339" name="Google Shape;339;p47"/>
          <p:cNvSpPr/>
          <p:nvPr/>
        </p:nvSpPr>
        <p:spPr>
          <a:xfrm flipH="1">
            <a:off x="4107900" y="0"/>
            <a:ext cx="5036100" cy="5143500"/>
          </a:xfrm>
          <a:prstGeom prst="round1Rect">
            <a:avLst>
              <a:gd fmla="val 22767" name="adj"/>
            </a:avLst>
          </a:prstGeom>
          <a:solidFill>
            <a:srgbClr val="045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7"/>
          <p:cNvSpPr txBox="1"/>
          <p:nvPr>
            <p:ph type="title"/>
          </p:nvPr>
        </p:nvSpPr>
        <p:spPr>
          <a:xfrm>
            <a:off x="5026450"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lgn="ctr">
              <a:spcBef>
                <a:spcPts val="0"/>
              </a:spcBef>
              <a:spcAft>
                <a:spcPts val="0"/>
              </a:spcAft>
              <a:buNone/>
              <a:defRPr sz="1500"/>
            </a:lvl2pPr>
            <a:lvl3pPr lvl="2" rtl="0" algn="ctr">
              <a:spcBef>
                <a:spcPts val="0"/>
              </a:spcBef>
              <a:spcAft>
                <a:spcPts val="0"/>
              </a:spcAft>
              <a:buNone/>
              <a:defRPr sz="1500"/>
            </a:lvl3pPr>
            <a:lvl4pPr lvl="3" rtl="0" algn="ctr">
              <a:spcBef>
                <a:spcPts val="0"/>
              </a:spcBef>
              <a:spcAft>
                <a:spcPts val="0"/>
              </a:spcAft>
              <a:buNone/>
              <a:defRPr sz="1500"/>
            </a:lvl4pPr>
            <a:lvl5pPr lvl="4" rtl="0" algn="ctr">
              <a:spcBef>
                <a:spcPts val="0"/>
              </a:spcBef>
              <a:spcAft>
                <a:spcPts val="0"/>
              </a:spcAft>
              <a:buNone/>
              <a:defRPr sz="1500"/>
            </a:lvl5pPr>
            <a:lvl6pPr lvl="5" rtl="0" algn="ctr">
              <a:spcBef>
                <a:spcPts val="0"/>
              </a:spcBef>
              <a:spcAft>
                <a:spcPts val="0"/>
              </a:spcAft>
              <a:buNone/>
              <a:defRPr sz="1500"/>
            </a:lvl6pPr>
            <a:lvl7pPr lvl="6" rtl="0" algn="ctr">
              <a:spcBef>
                <a:spcPts val="0"/>
              </a:spcBef>
              <a:spcAft>
                <a:spcPts val="0"/>
              </a:spcAft>
              <a:buNone/>
              <a:defRPr sz="1500"/>
            </a:lvl7pPr>
            <a:lvl8pPr lvl="7" rtl="0" algn="ctr">
              <a:spcBef>
                <a:spcPts val="0"/>
              </a:spcBef>
              <a:spcAft>
                <a:spcPts val="0"/>
              </a:spcAft>
              <a:buNone/>
              <a:defRPr sz="1500"/>
            </a:lvl8pPr>
            <a:lvl9pPr lvl="8" rtl="0" algn="ctr">
              <a:spcBef>
                <a:spcPts val="0"/>
              </a:spcBef>
              <a:spcAft>
                <a:spcPts val="0"/>
              </a:spcAft>
              <a:buNone/>
              <a:defRPr sz="1500"/>
            </a:lvl9pPr>
          </a:lstStyle>
          <a:p/>
        </p:txBody>
      </p:sp>
      <p:sp>
        <p:nvSpPr>
          <p:cNvPr id="341" name="Google Shape;341;p47"/>
          <p:cNvSpPr txBox="1"/>
          <p:nvPr>
            <p:ph idx="2" type="title"/>
          </p:nvPr>
        </p:nvSpPr>
        <p:spPr>
          <a:xfrm>
            <a:off x="353525"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000000"/>
                </a:solidFill>
              </a:defRPr>
            </a:lvl1pPr>
            <a:lvl2pPr lvl="1" rtl="0">
              <a:spcBef>
                <a:spcPts val="0"/>
              </a:spcBef>
              <a:spcAft>
                <a:spcPts val="0"/>
              </a:spcAft>
              <a:buNone/>
              <a:defRPr sz="1500">
                <a:solidFill>
                  <a:srgbClr val="000000"/>
                </a:solidFill>
              </a:defRPr>
            </a:lvl2pPr>
            <a:lvl3pPr lvl="2" rtl="0">
              <a:spcBef>
                <a:spcPts val="0"/>
              </a:spcBef>
              <a:spcAft>
                <a:spcPts val="0"/>
              </a:spcAft>
              <a:buNone/>
              <a:defRPr sz="1500">
                <a:solidFill>
                  <a:srgbClr val="000000"/>
                </a:solidFill>
              </a:defRPr>
            </a:lvl3pPr>
            <a:lvl4pPr lvl="3" rtl="0">
              <a:spcBef>
                <a:spcPts val="0"/>
              </a:spcBef>
              <a:spcAft>
                <a:spcPts val="0"/>
              </a:spcAft>
              <a:buNone/>
              <a:defRPr sz="1500">
                <a:solidFill>
                  <a:srgbClr val="000000"/>
                </a:solidFill>
              </a:defRPr>
            </a:lvl4pPr>
            <a:lvl5pPr lvl="4" rtl="0">
              <a:spcBef>
                <a:spcPts val="0"/>
              </a:spcBef>
              <a:spcAft>
                <a:spcPts val="0"/>
              </a:spcAft>
              <a:buNone/>
              <a:defRPr sz="1500">
                <a:solidFill>
                  <a:srgbClr val="000000"/>
                </a:solidFill>
              </a:defRPr>
            </a:lvl5pPr>
            <a:lvl6pPr lvl="5" rtl="0">
              <a:spcBef>
                <a:spcPts val="0"/>
              </a:spcBef>
              <a:spcAft>
                <a:spcPts val="0"/>
              </a:spcAft>
              <a:buNone/>
              <a:defRPr sz="1500">
                <a:solidFill>
                  <a:srgbClr val="000000"/>
                </a:solidFill>
              </a:defRPr>
            </a:lvl6pPr>
            <a:lvl7pPr lvl="6" rtl="0">
              <a:spcBef>
                <a:spcPts val="0"/>
              </a:spcBef>
              <a:spcAft>
                <a:spcPts val="0"/>
              </a:spcAft>
              <a:buNone/>
              <a:defRPr sz="1500">
                <a:solidFill>
                  <a:srgbClr val="000000"/>
                </a:solidFill>
              </a:defRPr>
            </a:lvl7pPr>
            <a:lvl8pPr lvl="7" rtl="0">
              <a:spcBef>
                <a:spcPts val="0"/>
              </a:spcBef>
              <a:spcAft>
                <a:spcPts val="0"/>
              </a:spcAft>
              <a:buNone/>
              <a:defRPr sz="1500">
                <a:solidFill>
                  <a:srgbClr val="000000"/>
                </a:solidFill>
              </a:defRPr>
            </a:lvl8pPr>
            <a:lvl9pPr lvl="8" rtl="0">
              <a:spcBef>
                <a:spcPts val="0"/>
              </a:spcBef>
              <a:spcAft>
                <a:spcPts val="0"/>
              </a:spcAft>
              <a:buNone/>
              <a:defRPr sz="1500">
                <a:solidFill>
                  <a:srgbClr val="000000"/>
                </a:solidFill>
              </a:defRPr>
            </a:lvl9pPr>
          </a:lstStyle>
          <a:p/>
        </p:txBody>
      </p:sp>
      <p:sp>
        <p:nvSpPr>
          <p:cNvPr id="342" name="Google Shape;342;p47"/>
          <p:cNvSpPr txBox="1"/>
          <p:nvPr>
            <p:ph idx="1" type="body"/>
          </p:nvPr>
        </p:nvSpPr>
        <p:spPr>
          <a:xfrm>
            <a:off x="928800" y="1986835"/>
            <a:ext cx="2613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
        <p:nvSpPr>
          <p:cNvPr id="343" name="Google Shape;343;p47"/>
          <p:cNvSpPr txBox="1"/>
          <p:nvPr>
            <p:ph idx="3" type="body"/>
          </p:nvPr>
        </p:nvSpPr>
        <p:spPr>
          <a:xfrm>
            <a:off x="5298950" y="1986835"/>
            <a:ext cx="3249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1pPr>
            <a:lvl2pPr indent="-304800" lvl="1" marL="914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2pPr>
            <a:lvl3pPr indent="-304800" lvl="2" marL="1371600" rtl="0">
              <a:spcBef>
                <a:spcPts val="1600"/>
              </a:spcBef>
              <a:spcAft>
                <a:spcPts val="0"/>
              </a:spcAft>
              <a:buClr>
                <a:srgbClr val="FFFFFF"/>
              </a:buClr>
              <a:buSzPts val="1200"/>
              <a:buChar char="■"/>
              <a:defRPr sz="1200">
                <a:solidFill>
                  <a:srgbClr val="FFFFFF"/>
                </a:solidFill>
              </a:defRPr>
            </a:lvl3pPr>
            <a:lvl4pPr indent="-304800" lvl="3" marL="18288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4pPr>
            <a:lvl5pPr indent="-304800" lvl="4" marL="22860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5pPr>
            <a:lvl6pPr indent="-304800" lvl="5" marL="27432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6pPr>
            <a:lvl7pPr indent="-304800" lvl="6" marL="3200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7pPr>
            <a:lvl8pPr indent="-304800" lvl="7" marL="36576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8pPr>
            <a:lvl9pPr indent="-304800" lvl="8" marL="4114800" rtl="0">
              <a:spcBef>
                <a:spcPts val="1600"/>
              </a:spcBef>
              <a:spcAft>
                <a:spcPts val="1600"/>
              </a:spcAft>
              <a:buClr>
                <a:srgbClr val="FFFFFF"/>
              </a:buClr>
              <a:buSzPts val="1200"/>
              <a:buFont typeface="Roboto Light"/>
              <a:buChar char="■"/>
              <a:defRPr sz="1200">
                <a:solidFill>
                  <a:srgbClr val="FFFFFF"/>
                </a:solidFill>
                <a:latin typeface="Roboto Light"/>
                <a:ea typeface="Roboto Light"/>
                <a:cs typeface="Roboto Light"/>
                <a:sym typeface="Roboto Light"/>
              </a:defRPr>
            </a:lvl9pPr>
          </a:lstStyle>
          <a:p/>
        </p:txBody>
      </p:sp>
      <p:pic>
        <p:nvPicPr>
          <p:cNvPr id="344" name="Google Shape;344;p47"/>
          <p:cNvPicPr preferRelativeResize="0"/>
          <p:nvPr/>
        </p:nvPicPr>
        <p:blipFill>
          <a:blip r:embed="rId2">
            <a:alphaModFix/>
          </a:blip>
          <a:stretch>
            <a:fillRect/>
          </a:stretch>
        </p:blipFill>
        <p:spPr>
          <a:xfrm>
            <a:off x="228600" y="232188"/>
            <a:ext cx="265400" cy="26540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side_RC">
  <p:cSld name="CUSTOM_1_1_1_1_1_1_1">
    <p:spTree>
      <p:nvGrpSpPr>
        <p:cNvPr id="345" name="Shape 345"/>
        <p:cNvGrpSpPr/>
        <p:nvPr/>
      </p:nvGrpSpPr>
      <p:grpSpPr>
        <a:xfrm>
          <a:off x="0" y="0"/>
          <a:ext cx="0" cy="0"/>
          <a:chOff x="0" y="0"/>
          <a:chExt cx="0" cy="0"/>
        </a:xfrm>
      </p:grpSpPr>
      <p:pic>
        <p:nvPicPr>
          <p:cNvPr id="346" name="Google Shape;346;p48"/>
          <p:cNvPicPr preferRelativeResize="0"/>
          <p:nvPr/>
        </p:nvPicPr>
        <p:blipFill>
          <a:blip r:embed="rId2">
            <a:alphaModFix/>
          </a:blip>
          <a:stretch>
            <a:fillRect/>
          </a:stretch>
        </p:blipFill>
        <p:spPr>
          <a:xfrm>
            <a:off x="228600" y="239009"/>
            <a:ext cx="265400" cy="251790"/>
          </a:xfrm>
          <a:prstGeom prst="rect">
            <a:avLst/>
          </a:prstGeom>
          <a:noFill/>
          <a:ln>
            <a:noFill/>
          </a:ln>
        </p:spPr>
      </p:pic>
      <p:sp>
        <p:nvSpPr>
          <p:cNvPr id="347" name="Google Shape;347;p48"/>
          <p:cNvSpPr/>
          <p:nvPr/>
        </p:nvSpPr>
        <p:spPr>
          <a:xfrm flipH="1">
            <a:off x="4107900" y="0"/>
            <a:ext cx="5036100" cy="5143500"/>
          </a:xfrm>
          <a:prstGeom prst="round1Rect">
            <a:avLst>
              <a:gd fmla="val 22767"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8"/>
          <p:cNvSpPr txBox="1"/>
          <p:nvPr>
            <p:ph type="title"/>
          </p:nvPr>
        </p:nvSpPr>
        <p:spPr>
          <a:xfrm>
            <a:off x="5026450"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FFFFFF"/>
                </a:solidFill>
              </a:defRPr>
            </a:lvl1pPr>
            <a:lvl2pPr lvl="1" rtl="0" algn="ctr">
              <a:spcBef>
                <a:spcPts val="0"/>
              </a:spcBef>
              <a:spcAft>
                <a:spcPts val="0"/>
              </a:spcAft>
              <a:buNone/>
              <a:defRPr sz="1500"/>
            </a:lvl2pPr>
            <a:lvl3pPr lvl="2" rtl="0" algn="ctr">
              <a:spcBef>
                <a:spcPts val="0"/>
              </a:spcBef>
              <a:spcAft>
                <a:spcPts val="0"/>
              </a:spcAft>
              <a:buNone/>
              <a:defRPr sz="1500"/>
            </a:lvl3pPr>
            <a:lvl4pPr lvl="3" rtl="0" algn="ctr">
              <a:spcBef>
                <a:spcPts val="0"/>
              </a:spcBef>
              <a:spcAft>
                <a:spcPts val="0"/>
              </a:spcAft>
              <a:buNone/>
              <a:defRPr sz="1500"/>
            </a:lvl4pPr>
            <a:lvl5pPr lvl="4" rtl="0" algn="ctr">
              <a:spcBef>
                <a:spcPts val="0"/>
              </a:spcBef>
              <a:spcAft>
                <a:spcPts val="0"/>
              </a:spcAft>
              <a:buNone/>
              <a:defRPr sz="1500"/>
            </a:lvl5pPr>
            <a:lvl6pPr lvl="5" rtl="0" algn="ctr">
              <a:spcBef>
                <a:spcPts val="0"/>
              </a:spcBef>
              <a:spcAft>
                <a:spcPts val="0"/>
              </a:spcAft>
              <a:buNone/>
              <a:defRPr sz="1500"/>
            </a:lvl6pPr>
            <a:lvl7pPr lvl="6" rtl="0" algn="ctr">
              <a:spcBef>
                <a:spcPts val="0"/>
              </a:spcBef>
              <a:spcAft>
                <a:spcPts val="0"/>
              </a:spcAft>
              <a:buNone/>
              <a:defRPr sz="1500"/>
            </a:lvl7pPr>
            <a:lvl8pPr lvl="7" rtl="0" algn="ctr">
              <a:spcBef>
                <a:spcPts val="0"/>
              </a:spcBef>
              <a:spcAft>
                <a:spcPts val="0"/>
              </a:spcAft>
              <a:buNone/>
              <a:defRPr sz="1500"/>
            </a:lvl8pPr>
            <a:lvl9pPr lvl="8" rtl="0" algn="ctr">
              <a:spcBef>
                <a:spcPts val="0"/>
              </a:spcBef>
              <a:spcAft>
                <a:spcPts val="0"/>
              </a:spcAft>
              <a:buNone/>
              <a:defRPr sz="1500"/>
            </a:lvl9pPr>
          </a:lstStyle>
          <a:p/>
        </p:txBody>
      </p:sp>
      <p:sp>
        <p:nvSpPr>
          <p:cNvPr id="349" name="Google Shape;349;p48"/>
          <p:cNvSpPr txBox="1"/>
          <p:nvPr>
            <p:ph idx="2" type="title"/>
          </p:nvPr>
        </p:nvSpPr>
        <p:spPr>
          <a:xfrm>
            <a:off x="353525" y="1365610"/>
            <a:ext cx="3593100" cy="6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500">
                <a:solidFill>
                  <a:srgbClr val="000000"/>
                </a:solidFill>
              </a:defRPr>
            </a:lvl1pPr>
            <a:lvl2pPr lvl="1" rtl="0">
              <a:spcBef>
                <a:spcPts val="0"/>
              </a:spcBef>
              <a:spcAft>
                <a:spcPts val="0"/>
              </a:spcAft>
              <a:buNone/>
              <a:defRPr sz="1500">
                <a:solidFill>
                  <a:srgbClr val="000000"/>
                </a:solidFill>
              </a:defRPr>
            </a:lvl2pPr>
            <a:lvl3pPr lvl="2" rtl="0">
              <a:spcBef>
                <a:spcPts val="0"/>
              </a:spcBef>
              <a:spcAft>
                <a:spcPts val="0"/>
              </a:spcAft>
              <a:buNone/>
              <a:defRPr sz="1500">
                <a:solidFill>
                  <a:srgbClr val="000000"/>
                </a:solidFill>
              </a:defRPr>
            </a:lvl3pPr>
            <a:lvl4pPr lvl="3" rtl="0">
              <a:spcBef>
                <a:spcPts val="0"/>
              </a:spcBef>
              <a:spcAft>
                <a:spcPts val="0"/>
              </a:spcAft>
              <a:buNone/>
              <a:defRPr sz="1500">
                <a:solidFill>
                  <a:srgbClr val="000000"/>
                </a:solidFill>
              </a:defRPr>
            </a:lvl4pPr>
            <a:lvl5pPr lvl="4" rtl="0">
              <a:spcBef>
                <a:spcPts val="0"/>
              </a:spcBef>
              <a:spcAft>
                <a:spcPts val="0"/>
              </a:spcAft>
              <a:buNone/>
              <a:defRPr sz="1500">
                <a:solidFill>
                  <a:srgbClr val="000000"/>
                </a:solidFill>
              </a:defRPr>
            </a:lvl5pPr>
            <a:lvl6pPr lvl="5" rtl="0">
              <a:spcBef>
                <a:spcPts val="0"/>
              </a:spcBef>
              <a:spcAft>
                <a:spcPts val="0"/>
              </a:spcAft>
              <a:buNone/>
              <a:defRPr sz="1500">
                <a:solidFill>
                  <a:srgbClr val="000000"/>
                </a:solidFill>
              </a:defRPr>
            </a:lvl6pPr>
            <a:lvl7pPr lvl="6" rtl="0">
              <a:spcBef>
                <a:spcPts val="0"/>
              </a:spcBef>
              <a:spcAft>
                <a:spcPts val="0"/>
              </a:spcAft>
              <a:buNone/>
              <a:defRPr sz="1500">
                <a:solidFill>
                  <a:srgbClr val="000000"/>
                </a:solidFill>
              </a:defRPr>
            </a:lvl7pPr>
            <a:lvl8pPr lvl="7" rtl="0">
              <a:spcBef>
                <a:spcPts val="0"/>
              </a:spcBef>
              <a:spcAft>
                <a:spcPts val="0"/>
              </a:spcAft>
              <a:buNone/>
              <a:defRPr sz="1500">
                <a:solidFill>
                  <a:srgbClr val="000000"/>
                </a:solidFill>
              </a:defRPr>
            </a:lvl8pPr>
            <a:lvl9pPr lvl="8" rtl="0">
              <a:spcBef>
                <a:spcPts val="0"/>
              </a:spcBef>
              <a:spcAft>
                <a:spcPts val="0"/>
              </a:spcAft>
              <a:buNone/>
              <a:defRPr sz="1500">
                <a:solidFill>
                  <a:srgbClr val="000000"/>
                </a:solidFill>
              </a:defRPr>
            </a:lvl9pPr>
          </a:lstStyle>
          <a:p/>
        </p:txBody>
      </p:sp>
      <p:sp>
        <p:nvSpPr>
          <p:cNvPr id="350" name="Google Shape;350;p48"/>
          <p:cNvSpPr txBox="1"/>
          <p:nvPr>
            <p:ph idx="1" type="body"/>
          </p:nvPr>
        </p:nvSpPr>
        <p:spPr>
          <a:xfrm>
            <a:off x="928800" y="1986835"/>
            <a:ext cx="2613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
        <p:nvSpPr>
          <p:cNvPr id="351" name="Google Shape;351;p48"/>
          <p:cNvSpPr txBox="1"/>
          <p:nvPr>
            <p:ph idx="3" type="body"/>
          </p:nvPr>
        </p:nvSpPr>
        <p:spPr>
          <a:xfrm>
            <a:off x="5298950" y="1986835"/>
            <a:ext cx="3249900" cy="2916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1pPr>
            <a:lvl2pPr indent="-304800" lvl="1" marL="914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2pPr>
            <a:lvl3pPr indent="-304800" lvl="2" marL="1371600" rtl="0">
              <a:spcBef>
                <a:spcPts val="1600"/>
              </a:spcBef>
              <a:spcAft>
                <a:spcPts val="0"/>
              </a:spcAft>
              <a:buClr>
                <a:srgbClr val="FFFFFF"/>
              </a:buClr>
              <a:buSzPts val="1200"/>
              <a:buChar char="■"/>
              <a:defRPr sz="1200">
                <a:solidFill>
                  <a:srgbClr val="FFFFFF"/>
                </a:solidFill>
              </a:defRPr>
            </a:lvl3pPr>
            <a:lvl4pPr indent="-304800" lvl="3" marL="18288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4pPr>
            <a:lvl5pPr indent="-304800" lvl="4" marL="22860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5pPr>
            <a:lvl6pPr indent="-304800" lvl="5" marL="27432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6pPr>
            <a:lvl7pPr indent="-304800" lvl="6" marL="32004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7pPr>
            <a:lvl8pPr indent="-304800" lvl="7" marL="3657600" rtl="0">
              <a:spcBef>
                <a:spcPts val="1600"/>
              </a:spcBef>
              <a:spcAft>
                <a:spcPts val="0"/>
              </a:spcAft>
              <a:buClr>
                <a:srgbClr val="FFFFFF"/>
              </a:buClr>
              <a:buSzPts val="1200"/>
              <a:buFont typeface="Roboto Light"/>
              <a:buChar char="○"/>
              <a:defRPr sz="1200">
                <a:solidFill>
                  <a:srgbClr val="FFFFFF"/>
                </a:solidFill>
                <a:latin typeface="Roboto Light"/>
                <a:ea typeface="Roboto Light"/>
                <a:cs typeface="Roboto Light"/>
                <a:sym typeface="Roboto Light"/>
              </a:defRPr>
            </a:lvl8pPr>
            <a:lvl9pPr indent="-304800" lvl="8" marL="4114800" rtl="0">
              <a:spcBef>
                <a:spcPts val="1600"/>
              </a:spcBef>
              <a:spcAft>
                <a:spcPts val="1600"/>
              </a:spcAft>
              <a:buClr>
                <a:srgbClr val="FFFFFF"/>
              </a:buClr>
              <a:buSzPts val="1200"/>
              <a:buFont typeface="Roboto Light"/>
              <a:buChar char="■"/>
              <a:defRPr sz="1200">
                <a:solidFill>
                  <a:srgbClr val="FFFFFF"/>
                </a:solidFill>
                <a:latin typeface="Roboto Light"/>
                <a:ea typeface="Roboto Light"/>
                <a:cs typeface="Roboto Light"/>
                <a:sym typeface="Roboto Light"/>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X banner">
  <p:cSld name="CUSTOM_6">
    <p:spTree>
      <p:nvGrpSpPr>
        <p:cNvPr id="352" name="Shape 352"/>
        <p:cNvGrpSpPr/>
        <p:nvPr/>
      </p:nvGrpSpPr>
      <p:grpSpPr>
        <a:xfrm>
          <a:off x="0" y="0"/>
          <a:ext cx="0" cy="0"/>
          <a:chOff x="0" y="0"/>
          <a:chExt cx="0" cy="0"/>
        </a:xfrm>
      </p:grpSpPr>
      <p:sp>
        <p:nvSpPr>
          <p:cNvPr id="353" name="Google Shape;353;p49"/>
          <p:cNvSpPr/>
          <p:nvPr/>
        </p:nvSpPr>
        <p:spPr>
          <a:xfrm>
            <a:off x="275" y="1000"/>
            <a:ext cx="9144000" cy="1424400"/>
          </a:xfrm>
          <a:prstGeom prst="rect">
            <a:avLst/>
          </a:prstGeom>
          <a:solidFill>
            <a:srgbClr val="21DB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9"/>
          <p:cNvSpPr txBox="1"/>
          <p:nvPr>
            <p:ph type="title"/>
          </p:nvPr>
        </p:nvSpPr>
        <p:spPr>
          <a:xfrm>
            <a:off x="445550" y="1005875"/>
            <a:ext cx="5174400" cy="681600"/>
          </a:xfrm>
          <a:prstGeom prst="rect">
            <a:avLst/>
          </a:prstGeom>
        </p:spPr>
        <p:txBody>
          <a:bodyPr anchorCtr="0" anchor="t" bIns="91425" lIns="91425" spcFirstLastPara="1" rIns="91425" wrap="square" tIns="91425">
            <a:noAutofit/>
          </a:bodyPr>
          <a:lstStyle>
            <a:lvl1pPr lvl="0">
              <a:spcBef>
                <a:spcPts val="0"/>
              </a:spcBef>
              <a:spcAft>
                <a:spcPts val="0"/>
              </a:spcAft>
              <a:buNone/>
              <a:defRPr>
                <a:solidFill>
                  <a:srgbClr val="FFFFFF"/>
                </a:solidFill>
              </a:defRPr>
            </a:lvl1pPr>
            <a:lvl2pPr lvl="1">
              <a:spcBef>
                <a:spcPts val="0"/>
              </a:spcBef>
              <a:spcAft>
                <a:spcPts val="0"/>
              </a:spcAft>
              <a:buNone/>
              <a:defRPr>
                <a:latin typeface="Roboto Medium"/>
                <a:ea typeface="Roboto Medium"/>
                <a:cs typeface="Roboto Medium"/>
                <a:sym typeface="Roboto Medium"/>
              </a:defRPr>
            </a:lvl2pPr>
            <a:lvl3pPr lvl="2">
              <a:spcBef>
                <a:spcPts val="0"/>
              </a:spcBef>
              <a:spcAft>
                <a:spcPts val="0"/>
              </a:spcAft>
              <a:buNone/>
              <a:defRPr>
                <a:latin typeface="Roboto Medium"/>
                <a:ea typeface="Roboto Medium"/>
                <a:cs typeface="Roboto Medium"/>
                <a:sym typeface="Roboto Medium"/>
              </a:defRPr>
            </a:lvl3pPr>
            <a:lvl4pPr lvl="3">
              <a:spcBef>
                <a:spcPts val="0"/>
              </a:spcBef>
              <a:spcAft>
                <a:spcPts val="0"/>
              </a:spcAft>
              <a:buNone/>
              <a:defRPr>
                <a:latin typeface="Roboto Medium"/>
                <a:ea typeface="Roboto Medium"/>
                <a:cs typeface="Roboto Medium"/>
                <a:sym typeface="Roboto Medium"/>
              </a:defRPr>
            </a:lvl4pPr>
            <a:lvl5pPr lvl="4">
              <a:spcBef>
                <a:spcPts val="0"/>
              </a:spcBef>
              <a:spcAft>
                <a:spcPts val="0"/>
              </a:spcAft>
              <a:buNone/>
              <a:defRPr>
                <a:latin typeface="Roboto Medium"/>
                <a:ea typeface="Roboto Medium"/>
                <a:cs typeface="Roboto Medium"/>
                <a:sym typeface="Roboto Medium"/>
              </a:defRPr>
            </a:lvl5pPr>
            <a:lvl6pPr lvl="5">
              <a:spcBef>
                <a:spcPts val="0"/>
              </a:spcBef>
              <a:spcAft>
                <a:spcPts val="0"/>
              </a:spcAft>
              <a:buNone/>
              <a:defRPr>
                <a:latin typeface="Roboto Medium"/>
                <a:ea typeface="Roboto Medium"/>
                <a:cs typeface="Roboto Medium"/>
                <a:sym typeface="Roboto Medium"/>
              </a:defRPr>
            </a:lvl6pPr>
            <a:lvl7pPr lvl="6">
              <a:spcBef>
                <a:spcPts val="0"/>
              </a:spcBef>
              <a:spcAft>
                <a:spcPts val="0"/>
              </a:spcAft>
              <a:buNone/>
              <a:defRPr>
                <a:latin typeface="Roboto Medium"/>
                <a:ea typeface="Roboto Medium"/>
                <a:cs typeface="Roboto Medium"/>
                <a:sym typeface="Roboto Medium"/>
              </a:defRPr>
            </a:lvl7pPr>
            <a:lvl8pPr lvl="7">
              <a:spcBef>
                <a:spcPts val="0"/>
              </a:spcBef>
              <a:spcAft>
                <a:spcPts val="0"/>
              </a:spcAft>
              <a:buNone/>
              <a:defRPr>
                <a:latin typeface="Roboto Medium"/>
                <a:ea typeface="Roboto Medium"/>
                <a:cs typeface="Roboto Medium"/>
                <a:sym typeface="Roboto Medium"/>
              </a:defRPr>
            </a:lvl8pPr>
            <a:lvl9pPr lvl="8">
              <a:spcBef>
                <a:spcPts val="0"/>
              </a:spcBef>
              <a:spcAft>
                <a:spcPts val="0"/>
              </a:spcAft>
              <a:buNone/>
              <a:defRPr>
                <a:latin typeface="Roboto Medium"/>
                <a:ea typeface="Roboto Medium"/>
                <a:cs typeface="Roboto Medium"/>
                <a:sym typeface="Roboto Medium"/>
              </a:defRPr>
            </a:lvl9pPr>
          </a:lstStyle>
          <a:p/>
        </p:txBody>
      </p:sp>
      <p:sp>
        <p:nvSpPr>
          <p:cNvPr id="355" name="Google Shape;355;p49"/>
          <p:cNvSpPr txBox="1"/>
          <p:nvPr>
            <p:ph idx="1" type="subTitle"/>
          </p:nvPr>
        </p:nvSpPr>
        <p:spPr>
          <a:xfrm>
            <a:off x="506375" y="2014125"/>
            <a:ext cx="4121100" cy="547500"/>
          </a:xfrm>
          <a:prstGeom prst="rect">
            <a:avLst/>
          </a:prstGeom>
        </p:spPr>
        <p:txBody>
          <a:bodyPr anchorCtr="0" anchor="t" bIns="91425" lIns="91425" spcFirstLastPara="1" rIns="91425" wrap="square" tIns="91425">
            <a:noAutofit/>
          </a:bodyPr>
          <a:lstStyle>
            <a:lvl1pPr lvl="0">
              <a:spcBef>
                <a:spcPts val="0"/>
              </a:spcBef>
              <a:spcAft>
                <a:spcPts val="0"/>
              </a:spcAft>
              <a:buNone/>
              <a:defRPr sz="15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56" name="Google Shape;356;p49"/>
          <p:cNvSpPr txBox="1"/>
          <p:nvPr>
            <p:ph idx="2" type="body"/>
          </p:nvPr>
        </p:nvSpPr>
        <p:spPr>
          <a:xfrm>
            <a:off x="650975" y="2602850"/>
            <a:ext cx="6765000" cy="2045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X banner">
  <p:cSld name="CUSTOM_6_1">
    <p:spTree>
      <p:nvGrpSpPr>
        <p:cNvPr id="357" name="Shape 357"/>
        <p:cNvGrpSpPr/>
        <p:nvPr/>
      </p:nvGrpSpPr>
      <p:grpSpPr>
        <a:xfrm>
          <a:off x="0" y="0"/>
          <a:ext cx="0" cy="0"/>
          <a:chOff x="0" y="0"/>
          <a:chExt cx="0" cy="0"/>
        </a:xfrm>
      </p:grpSpPr>
      <p:sp>
        <p:nvSpPr>
          <p:cNvPr id="358" name="Google Shape;358;p50"/>
          <p:cNvSpPr/>
          <p:nvPr/>
        </p:nvSpPr>
        <p:spPr>
          <a:xfrm>
            <a:off x="275" y="1000"/>
            <a:ext cx="9144000" cy="1424400"/>
          </a:xfrm>
          <a:prstGeom prst="rect">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0"/>
          <p:cNvSpPr txBox="1"/>
          <p:nvPr>
            <p:ph type="title"/>
          </p:nvPr>
        </p:nvSpPr>
        <p:spPr>
          <a:xfrm>
            <a:off x="445550" y="1005875"/>
            <a:ext cx="5174400" cy="6816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FFFFFF"/>
                </a:solidFill>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360" name="Google Shape;360;p50"/>
          <p:cNvSpPr txBox="1"/>
          <p:nvPr>
            <p:ph idx="1" type="subTitle"/>
          </p:nvPr>
        </p:nvSpPr>
        <p:spPr>
          <a:xfrm>
            <a:off x="506375" y="2014125"/>
            <a:ext cx="4121100" cy="5475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61" name="Google Shape;361;p50"/>
          <p:cNvSpPr txBox="1"/>
          <p:nvPr>
            <p:ph idx="2" type="body"/>
          </p:nvPr>
        </p:nvSpPr>
        <p:spPr>
          <a:xfrm>
            <a:off x="650975" y="2602850"/>
            <a:ext cx="6765000" cy="204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 banner">
  <p:cSld name="CUSTOM_6_1_1">
    <p:spTree>
      <p:nvGrpSpPr>
        <p:cNvPr id="362" name="Shape 362"/>
        <p:cNvGrpSpPr/>
        <p:nvPr/>
      </p:nvGrpSpPr>
      <p:grpSpPr>
        <a:xfrm>
          <a:off x="0" y="0"/>
          <a:ext cx="0" cy="0"/>
          <a:chOff x="0" y="0"/>
          <a:chExt cx="0" cy="0"/>
        </a:xfrm>
      </p:grpSpPr>
      <p:sp>
        <p:nvSpPr>
          <p:cNvPr id="363" name="Google Shape;363;p51"/>
          <p:cNvSpPr/>
          <p:nvPr/>
        </p:nvSpPr>
        <p:spPr>
          <a:xfrm>
            <a:off x="275" y="1000"/>
            <a:ext cx="9144000" cy="1424400"/>
          </a:xfrm>
          <a:prstGeom prst="rect">
            <a:avLst/>
          </a:prstGeom>
          <a:solidFill>
            <a:srgbClr val="045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1"/>
          <p:cNvSpPr txBox="1"/>
          <p:nvPr>
            <p:ph type="title"/>
          </p:nvPr>
        </p:nvSpPr>
        <p:spPr>
          <a:xfrm>
            <a:off x="445550" y="1005875"/>
            <a:ext cx="5174400" cy="6816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FFFFFF"/>
                </a:solidFill>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365" name="Google Shape;365;p51"/>
          <p:cNvSpPr txBox="1"/>
          <p:nvPr>
            <p:ph idx="1" type="subTitle"/>
          </p:nvPr>
        </p:nvSpPr>
        <p:spPr>
          <a:xfrm>
            <a:off x="506375" y="2014125"/>
            <a:ext cx="4121100" cy="5475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66" name="Google Shape;366;p51"/>
          <p:cNvSpPr txBox="1"/>
          <p:nvPr>
            <p:ph idx="2" type="body"/>
          </p:nvPr>
        </p:nvSpPr>
        <p:spPr>
          <a:xfrm>
            <a:off x="650975" y="2602850"/>
            <a:ext cx="6765000" cy="204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X banner">
  <p:cSld name="CUSTOM_6_1_1_1">
    <p:spTree>
      <p:nvGrpSpPr>
        <p:cNvPr id="367" name="Shape 367"/>
        <p:cNvGrpSpPr/>
        <p:nvPr/>
      </p:nvGrpSpPr>
      <p:grpSpPr>
        <a:xfrm>
          <a:off x="0" y="0"/>
          <a:ext cx="0" cy="0"/>
          <a:chOff x="0" y="0"/>
          <a:chExt cx="0" cy="0"/>
        </a:xfrm>
      </p:grpSpPr>
      <p:sp>
        <p:nvSpPr>
          <p:cNvPr id="368" name="Google Shape;368;p52"/>
          <p:cNvSpPr/>
          <p:nvPr/>
        </p:nvSpPr>
        <p:spPr>
          <a:xfrm>
            <a:off x="275" y="1000"/>
            <a:ext cx="9144000" cy="1424400"/>
          </a:xfrm>
          <a:prstGeom prst="rect">
            <a:avLst/>
          </a:prstGeom>
          <a:solidFill>
            <a:srgbClr val="5F19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2"/>
          <p:cNvSpPr txBox="1"/>
          <p:nvPr>
            <p:ph type="title"/>
          </p:nvPr>
        </p:nvSpPr>
        <p:spPr>
          <a:xfrm>
            <a:off x="445550" y="1005875"/>
            <a:ext cx="5174400" cy="6816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FFFFFF"/>
                </a:solidFill>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370" name="Google Shape;370;p52"/>
          <p:cNvSpPr txBox="1"/>
          <p:nvPr>
            <p:ph idx="1" type="subTitle"/>
          </p:nvPr>
        </p:nvSpPr>
        <p:spPr>
          <a:xfrm>
            <a:off x="506375" y="2014125"/>
            <a:ext cx="4121100" cy="5475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71" name="Google Shape;371;p52"/>
          <p:cNvSpPr txBox="1"/>
          <p:nvPr>
            <p:ph idx="2" type="body"/>
          </p:nvPr>
        </p:nvSpPr>
        <p:spPr>
          <a:xfrm>
            <a:off x="650975" y="2602850"/>
            <a:ext cx="6765000" cy="204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C banner">
  <p:cSld name="CUSTOM_6_1_1_1_1">
    <p:spTree>
      <p:nvGrpSpPr>
        <p:cNvPr id="372" name="Shape 372"/>
        <p:cNvGrpSpPr/>
        <p:nvPr/>
      </p:nvGrpSpPr>
      <p:grpSpPr>
        <a:xfrm>
          <a:off x="0" y="0"/>
          <a:ext cx="0" cy="0"/>
          <a:chOff x="0" y="0"/>
          <a:chExt cx="0" cy="0"/>
        </a:xfrm>
      </p:grpSpPr>
      <p:sp>
        <p:nvSpPr>
          <p:cNvPr id="373" name="Google Shape;373;p53"/>
          <p:cNvSpPr/>
          <p:nvPr/>
        </p:nvSpPr>
        <p:spPr>
          <a:xfrm>
            <a:off x="275" y="1000"/>
            <a:ext cx="9144000" cy="14244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3"/>
          <p:cNvSpPr txBox="1"/>
          <p:nvPr>
            <p:ph type="title"/>
          </p:nvPr>
        </p:nvSpPr>
        <p:spPr>
          <a:xfrm>
            <a:off x="445550" y="1005875"/>
            <a:ext cx="5174400" cy="6816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FFFFFF"/>
                </a:solidFill>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375" name="Google Shape;375;p53"/>
          <p:cNvSpPr txBox="1"/>
          <p:nvPr>
            <p:ph idx="1" type="subTitle"/>
          </p:nvPr>
        </p:nvSpPr>
        <p:spPr>
          <a:xfrm>
            <a:off x="506375" y="2014125"/>
            <a:ext cx="4121100" cy="5475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76" name="Google Shape;376;p53"/>
          <p:cNvSpPr txBox="1"/>
          <p:nvPr>
            <p:ph idx="2" type="body"/>
          </p:nvPr>
        </p:nvSpPr>
        <p:spPr>
          <a:xfrm>
            <a:off x="650975" y="2602850"/>
            <a:ext cx="6765000" cy="204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XM banner">
  <p:cSld name="CUSTOM_6_1_1_1_1_1">
    <p:spTree>
      <p:nvGrpSpPr>
        <p:cNvPr id="377" name="Shape 377"/>
        <p:cNvGrpSpPr/>
        <p:nvPr/>
      </p:nvGrpSpPr>
      <p:grpSpPr>
        <a:xfrm>
          <a:off x="0" y="0"/>
          <a:ext cx="0" cy="0"/>
          <a:chOff x="0" y="0"/>
          <a:chExt cx="0" cy="0"/>
        </a:xfrm>
      </p:grpSpPr>
      <p:sp>
        <p:nvSpPr>
          <p:cNvPr id="378" name="Google Shape;378;p54"/>
          <p:cNvSpPr/>
          <p:nvPr/>
        </p:nvSpPr>
        <p:spPr>
          <a:xfrm>
            <a:off x="275" y="1000"/>
            <a:ext cx="9144000" cy="1424400"/>
          </a:xfrm>
          <a:prstGeom prst="rect">
            <a:avLst/>
          </a:prstGeom>
          <a:gradFill>
            <a:gsLst>
              <a:gs pos="0">
                <a:srgbClr val="27D79A"/>
              </a:gs>
              <a:gs pos="36000">
                <a:srgbClr val="03B4F0"/>
              </a:gs>
              <a:gs pos="70000">
                <a:srgbClr val="0768DD"/>
              </a:gs>
              <a:gs pos="100000">
                <a:srgbClr val="5F1AE5"/>
              </a:gs>
              <a:gs pos="100000">
                <a:srgbClr val="737373"/>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54"/>
          <p:cNvSpPr txBox="1"/>
          <p:nvPr>
            <p:ph type="title"/>
          </p:nvPr>
        </p:nvSpPr>
        <p:spPr>
          <a:xfrm>
            <a:off x="445550" y="1005875"/>
            <a:ext cx="5174400" cy="681600"/>
          </a:xfrm>
          <a:prstGeom prst="rect">
            <a:avLst/>
          </a:prstGeom>
        </p:spPr>
        <p:txBody>
          <a:bodyPr anchorCtr="0" anchor="t" bIns="91425" lIns="91425" spcFirstLastPara="1" rIns="91425" wrap="square" tIns="91425">
            <a:noAutofit/>
          </a:bodyPr>
          <a:lstStyle>
            <a:lvl1pPr lvl="0" rtl="0">
              <a:spcBef>
                <a:spcPts val="0"/>
              </a:spcBef>
              <a:spcAft>
                <a:spcPts val="0"/>
              </a:spcAft>
              <a:buNone/>
              <a:defRPr>
                <a:solidFill>
                  <a:srgbClr val="FFFFFF"/>
                </a:solidFill>
              </a:defRPr>
            </a:lvl1pPr>
            <a:lvl2pPr lvl="1" rtl="0">
              <a:spcBef>
                <a:spcPts val="0"/>
              </a:spcBef>
              <a:spcAft>
                <a:spcPts val="0"/>
              </a:spcAft>
              <a:buNone/>
              <a:defRPr>
                <a:latin typeface="Roboto Medium"/>
                <a:ea typeface="Roboto Medium"/>
                <a:cs typeface="Roboto Medium"/>
                <a:sym typeface="Roboto Medium"/>
              </a:defRPr>
            </a:lvl2pPr>
            <a:lvl3pPr lvl="2" rtl="0">
              <a:spcBef>
                <a:spcPts val="0"/>
              </a:spcBef>
              <a:spcAft>
                <a:spcPts val="0"/>
              </a:spcAft>
              <a:buNone/>
              <a:defRPr>
                <a:latin typeface="Roboto Medium"/>
                <a:ea typeface="Roboto Medium"/>
                <a:cs typeface="Roboto Medium"/>
                <a:sym typeface="Roboto Medium"/>
              </a:defRPr>
            </a:lvl3pPr>
            <a:lvl4pPr lvl="3" rtl="0">
              <a:spcBef>
                <a:spcPts val="0"/>
              </a:spcBef>
              <a:spcAft>
                <a:spcPts val="0"/>
              </a:spcAft>
              <a:buNone/>
              <a:defRPr>
                <a:latin typeface="Roboto Medium"/>
                <a:ea typeface="Roboto Medium"/>
                <a:cs typeface="Roboto Medium"/>
                <a:sym typeface="Roboto Medium"/>
              </a:defRPr>
            </a:lvl4pPr>
            <a:lvl5pPr lvl="4" rtl="0">
              <a:spcBef>
                <a:spcPts val="0"/>
              </a:spcBef>
              <a:spcAft>
                <a:spcPts val="0"/>
              </a:spcAft>
              <a:buNone/>
              <a:defRPr>
                <a:latin typeface="Roboto Medium"/>
                <a:ea typeface="Roboto Medium"/>
                <a:cs typeface="Roboto Medium"/>
                <a:sym typeface="Roboto Medium"/>
              </a:defRPr>
            </a:lvl5pPr>
            <a:lvl6pPr lvl="5" rtl="0">
              <a:spcBef>
                <a:spcPts val="0"/>
              </a:spcBef>
              <a:spcAft>
                <a:spcPts val="0"/>
              </a:spcAft>
              <a:buNone/>
              <a:defRPr>
                <a:latin typeface="Roboto Medium"/>
                <a:ea typeface="Roboto Medium"/>
                <a:cs typeface="Roboto Medium"/>
                <a:sym typeface="Roboto Medium"/>
              </a:defRPr>
            </a:lvl6pPr>
            <a:lvl7pPr lvl="6" rtl="0">
              <a:spcBef>
                <a:spcPts val="0"/>
              </a:spcBef>
              <a:spcAft>
                <a:spcPts val="0"/>
              </a:spcAft>
              <a:buNone/>
              <a:defRPr>
                <a:latin typeface="Roboto Medium"/>
                <a:ea typeface="Roboto Medium"/>
                <a:cs typeface="Roboto Medium"/>
                <a:sym typeface="Roboto Medium"/>
              </a:defRPr>
            </a:lvl7pPr>
            <a:lvl8pPr lvl="7" rtl="0">
              <a:spcBef>
                <a:spcPts val="0"/>
              </a:spcBef>
              <a:spcAft>
                <a:spcPts val="0"/>
              </a:spcAft>
              <a:buNone/>
              <a:defRPr>
                <a:latin typeface="Roboto Medium"/>
                <a:ea typeface="Roboto Medium"/>
                <a:cs typeface="Roboto Medium"/>
                <a:sym typeface="Roboto Medium"/>
              </a:defRPr>
            </a:lvl8pPr>
            <a:lvl9pPr lvl="8" rtl="0">
              <a:spcBef>
                <a:spcPts val="0"/>
              </a:spcBef>
              <a:spcAft>
                <a:spcPts val="0"/>
              </a:spcAft>
              <a:buNone/>
              <a:defRPr>
                <a:latin typeface="Roboto Medium"/>
                <a:ea typeface="Roboto Medium"/>
                <a:cs typeface="Roboto Medium"/>
                <a:sym typeface="Roboto Medium"/>
              </a:defRPr>
            </a:lvl9pPr>
          </a:lstStyle>
          <a:p/>
        </p:txBody>
      </p:sp>
      <p:sp>
        <p:nvSpPr>
          <p:cNvPr id="380" name="Google Shape;380;p54"/>
          <p:cNvSpPr txBox="1"/>
          <p:nvPr>
            <p:ph idx="1" type="subTitle"/>
          </p:nvPr>
        </p:nvSpPr>
        <p:spPr>
          <a:xfrm>
            <a:off x="506375" y="2014125"/>
            <a:ext cx="4121100" cy="5475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81" name="Google Shape;381;p54"/>
          <p:cNvSpPr txBox="1"/>
          <p:nvPr>
            <p:ph idx="2" type="body"/>
          </p:nvPr>
        </p:nvSpPr>
        <p:spPr>
          <a:xfrm>
            <a:off x="650975" y="2602850"/>
            <a:ext cx="6765000" cy="204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Light"/>
              <a:buChar char="●"/>
              <a:defRPr sz="1200">
                <a:latin typeface="Roboto Light"/>
                <a:ea typeface="Roboto Light"/>
                <a:cs typeface="Roboto Light"/>
                <a:sym typeface="Roboto Light"/>
              </a:defRPr>
            </a:lvl1pPr>
            <a:lvl2pPr indent="-304800" lvl="1" marL="914400" rtl="0">
              <a:spcBef>
                <a:spcPts val="1600"/>
              </a:spcBef>
              <a:spcAft>
                <a:spcPts val="0"/>
              </a:spcAft>
              <a:buSzPts val="1200"/>
              <a:buFont typeface="Roboto Light"/>
              <a:buChar char="○"/>
              <a:defRPr sz="1200">
                <a:latin typeface="Roboto Light"/>
                <a:ea typeface="Roboto Light"/>
                <a:cs typeface="Roboto Light"/>
                <a:sym typeface="Roboto Light"/>
              </a:defRPr>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Font typeface="Roboto Light"/>
              <a:buChar char="●"/>
              <a:defRPr sz="1200">
                <a:latin typeface="Roboto Light"/>
                <a:ea typeface="Roboto Light"/>
                <a:cs typeface="Roboto Light"/>
                <a:sym typeface="Roboto Light"/>
              </a:defRPr>
            </a:lvl4pPr>
            <a:lvl5pPr indent="-304800" lvl="4" marL="2286000" rtl="0">
              <a:spcBef>
                <a:spcPts val="1600"/>
              </a:spcBef>
              <a:spcAft>
                <a:spcPts val="0"/>
              </a:spcAft>
              <a:buSzPts val="1200"/>
              <a:buFont typeface="Roboto Light"/>
              <a:buChar char="○"/>
              <a:defRPr sz="1200">
                <a:latin typeface="Roboto Light"/>
                <a:ea typeface="Roboto Light"/>
                <a:cs typeface="Roboto Light"/>
                <a:sym typeface="Roboto Light"/>
              </a:defRPr>
            </a:lvl5pPr>
            <a:lvl6pPr indent="-304800" lvl="5" marL="2743200" rtl="0">
              <a:spcBef>
                <a:spcPts val="1600"/>
              </a:spcBef>
              <a:spcAft>
                <a:spcPts val="0"/>
              </a:spcAft>
              <a:buSzPts val="1200"/>
              <a:buFont typeface="Roboto Light"/>
              <a:buChar char="■"/>
              <a:defRPr sz="1200">
                <a:latin typeface="Roboto Light"/>
                <a:ea typeface="Roboto Light"/>
                <a:cs typeface="Roboto Light"/>
                <a:sym typeface="Roboto Light"/>
              </a:defRPr>
            </a:lvl6pPr>
            <a:lvl7pPr indent="-304800" lvl="6" marL="3200400" rtl="0">
              <a:spcBef>
                <a:spcPts val="1600"/>
              </a:spcBef>
              <a:spcAft>
                <a:spcPts val="0"/>
              </a:spcAft>
              <a:buSzPts val="1200"/>
              <a:buFont typeface="Roboto Light"/>
              <a:buChar char="●"/>
              <a:defRPr sz="1200">
                <a:latin typeface="Roboto Light"/>
                <a:ea typeface="Roboto Light"/>
                <a:cs typeface="Roboto Light"/>
                <a:sym typeface="Roboto Light"/>
              </a:defRPr>
            </a:lvl7pPr>
            <a:lvl8pPr indent="-304800" lvl="7" marL="3657600" rtl="0">
              <a:spcBef>
                <a:spcPts val="1600"/>
              </a:spcBef>
              <a:spcAft>
                <a:spcPts val="0"/>
              </a:spcAft>
              <a:buSzPts val="1200"/>
              <a:buFont typeface="Roboto Light"/>
              <a:buChar char="○"/>
              <a:defRPr sz="1200">
                <a:latin typeface="Roboto Light"/>
                <a:ea typeface="Roboto Light"/>
                <a:cs typeface="Roboto Light"/>
                <a:sym typeface="Roboto Light"/>
              </a:defRPr>
            </a:lvl8pPr>
            <a:lvl9pPr indent="-304800" lvl="8" marL="4114800" rtl="0">
              <a:spcBef>
                <a:spcPts val="1600"/>
              </a:spcBef>
              <a:spcAft>
                <a:spcPts val="1600"/>
              </a:spcAft>
              <a:buSzPts val="1200"/>
              <a:buFont typeface="Roboto Light"/>
              <a:buChar char="■"/>
              <a:defRPr sz="1200">
                <a:latin typeface="Roboto Light"/>
                <a:ea typeface="Roboto Light"/>
                <a:cs typeface="Roboto Light"/>
                <a:sym typeface="Roboto Light"/>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left/Content right">
  <p:cSld name="CUSTOM_7">
    <p:spTree>
      <p:nvGrpSpPr>
        <p:cNvPr id="382" name="Shape 382"/>
        <p:cNvGrpSpPr/>
        <p:nvPr/>
      </p:nvGrpSpPr>
      <p:grpSpPr>
        <a:xfrm>
          <a:off x="0" y="0"/>
          <a:ext cx="0" cy="0"/>
          <a:chOff x="0" y="0"/>
          <a:chExt cx="0" cy="0"/>
        </a:xfrm>
      </p:grpSpPr>
      <p:sp>
        <p:nvSpPr>
          <p:cNvPr id="383" name="Google Shape;383;p55"/>
          <p:cNvSpPr/>
          <p:nvPr/>
        </p:nvSpPr>
        <p:spPr>
          <a:xfrm flipH="1">
            <a:off x="4854600" y="0"/>
            <a:ext cx="4289400" cy="5143500"/>
          </a:xfrm>
          <a:prstGeom prst="round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5"/>
          <p:cNvSpPr txBox="1"/>
          <p:nvPr>
            <p:ph type="title"/>
          </p:nvPr>
        </p:nvSpPr>
        <p:spPr>
          <a:xfrm>
            <a:off x="301375" y="806525"/>
            <a:ext cx="3541200" cy="572700"/>
          </a:xfrm>
          <a:prstGeom prst="rect">
            <a:avLst/>
          </a:prstGeom>
        </p:spPr>
        <p:txBody>
          <a:bodyPr anchorCtr="0" anchor="t" bIns="91425" lIns="91425" spcFirstLastPara="1" rIns="91425" wrap="square" tIns="91425">
            <a:noAutofit/>
          </a:bodyPr>
          <a:lstStyle>
            <a:lvl1pPr lvl="0">
              <a:spcBef>
                <a:spcPts val="0"/>
              </a:spcBef>
              <a:spcAft>
                <a:spcPts val="0"/>
              </a:spcAft>
              <a:buNone/>
              <a:defRPr sz="1800"/>
            </a:lvl1pPr>
            <a:lvl2pPr lvl="1">
              <a:spcBef>
                <a:spcPts val="0"/>
              </a:spcBef>
              <a:spcAft>
                <a:spcPts val="0"/>
              </a:spcAft>
              <a:buNone/>
              <a:defRPr sz="1800"/>
            </a:lvl2pPr>
            <a:lvl3pPr lvl="2">
              <a:spcBef>
                <a:spcPts val="0"/>
              </a:spcBef>
              <a:spcAft>
                <a:spcPts val="0"/>
              </a:spcAft>
              <a:buNone/>
              <a:defRPr sz="1800"/>
            </a:lvl3pPr>
            <a:lvl4pPr lvl="3">
              <a:spcBef>
                <a:spcPts val="0"/>
              </a:spcBef>
              <a:spcAft>
                <a:spcPts val="0"/>
              </a:spcAft>
              <a:buNone/>
              <a:defRPr sz="1800"/>
            </a:lvl4pPr>
            <a:lvl5pPr lvl="4">
              <a:spcBef>
                <a:spcPts val="0"/>
              </a:spcBef>
              <a:spcAft>
                <a:spcPts val="0"/>
              </a:spcAft>
              <a:buNone/>
              <a:defRPr sz="1800"/>
            </a:lvl5pPr>
            <a:lvl6pPr lvl="5">
              <a:spcBef>
                <a:spcPts val="0"/>
              </a:spcBef>
              <a:spcAft>
                <a:spcPts val="0"/>
              </a:spcAft>
              <a:buNone/>
              <a:defRPr sz="1800"/>
            </a:lvl6pPr>
            <a:lvl7pPr lvl="6">
              <a:spcBef>
                <a:spcPts val="0"/>
              </a:spcBef>
              <a:spcAft>
                <a:spcPts val="0"/>
              </a:spcAft>
              <a:buNone/>
              <a:defRPr sz="1800"/>
            </a:lvl7pPr>
            <a:lvl8pPr lvl="7">
              <a:spcBef>
                <a:spcPts val="0"/>
              </a:spcBef>
              <a:spcAft>
                <a:spcPts val="0"/>
              </a:spcAft>
              <a:buNone/>
              <a:defRPr sz="1800"/>
            </a:lvl8pPr>
            <a:lvl9pPr lvl="8">
              <a:spcBef>
                <a:spcPts val="0"/>
              </a:spcBef>
              <a:spcAft>
                <a:spcPts val="0"/>
              </a:spcAft>
              <a:buNone/>
              <a:defRPr sz="1800"/>
            </a:lvl9pPr>
          </a:lstStyle>
          <a:p/>
        </p:txBody>
      </p:sp>
      <p:sp>
        <p:nvSpPr>
          <p:cNvPr id="385" name="Google Shape;385;p55"/>
          <p:cNvSpPr txBox="1"/>
          <p:nvPr>
            <p:ph idx="1" type="subTitle"/>
          </p:nvPr>
        </p:nvSpPr>
        <p:spPr>
          <a:xfrm>
            <a:off x="301375" y="1477950"/>
            <a:ext cx="3005400" cy="320100"/>
          </a:xfrm>
          <a:prstGeom prst="rect">
            <a:avLst/>
          </a:prstGeom>
        </p:spPr>
        <p:txBody>
          <a:bodyPr anchorCtr="0" anchor="t" bIns="91425" lIns="91425" spcFirstLastPara="1" rIns="91425" wrap="square" tIns="91425">
            <a:noAutofit/>
          </a:bodyPr>
          <a:lstStyle>
            <a:lvl1pPr lvl="0">
              <a:spcBef>
                <a:spcPts val="0"/>
              </a:spcBef>
              <a:spcAft>
                <a:spcPts val="0"/>
              </a:spcAft>
              <a:buNone/>
              <a:defRPr sz="1500">
                <a:latin typeface="Roboto"/>
                <a:ea typeface="Roboto"/>
                <a:cs typeface="Roboto"/>
                <a:sym typeface="Roboto"/>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86" name="Google Shape;386;p55"/>
          <p:cNvSpPr txBox="1"/>
          <p:nvPr>
            <p:ph idx="2" type="body"/>
          </p:nvPr>
        </p:nvSpPr>
        <p:spPr>
          <a:xfrm>
            <a:off x="444400" y="2056350"/>
            <a:ext cx="3541200" cy="28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pic>
        <p:nvPicPr>
          <p:cNvPr id="387" name="Google Shape;387;p55"/>
          <p:cNvPicPr preferRelativeResize="0"/>
          <p:nvPr/>
        </p:nvPicPr>
        <p:blipFill>
          <a:blip r:embed="rId2">
            <a:alphaModFix/>
          </a:blip>
          <a:stretch>
            <a:fillRect/>
          </a:stretch>
        </p:blipFill>
        <p:spPr>
          <a:xfrm>
            <a:off x="8229600" y="164592"/>
            <a:ext cx="749808" cy="21557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nly">
  <p:cSld name="CUSTOM_7_1">
    <p:spTree>
      <p:nvGrpSpPr>
        <p:cNvPr id="388" name="Shape 388"/>
        <p:cNvGrpSpPr/>
        <p:nvPr/>
      </p:nvGrpSpPr>
      <p:grpSpPr>
        <a:xfrm>
          <a:off x="0" y="0"/>
          <a:ext cx="0" cy="0"/>
          <a:chOff x="0" y="0"/>
          <a:chExt cx="0" cy="0"/>
        </a:xfrm>
      </p:grpSpPr>
      <p:sp>
        <p:nvSpPr>
          <p:cNvPr id="389" name="Google Shape;389;p56"/>
          <p:cNvSpPr txBox="1"/>
          <p:nvPr>
            <p:ph type="title"/>
          </p:nvPr>
        </p:nvSpPr>
        <p:spPr>
          <a:xfrm>
            <a:off x="301375" y="806525"/>
            <a:ext cx="35412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390" name="Google Shape;390;p56"/>
          <p:cNvSpPr txBox="1"/>
          <p:nvPr>
            <p:ph idx="1" type="subTitle"/>
          </p:nvPr>
        </p:nvSpPr>
        <p:spPr>
          <a:xfrm>
            <a:off x="301375" y="1477950"/>
            <a:ext cx="3005400" cy="32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91" name="Google Shape;391;p56"/>
          <p:cNvSpPr txBox="1"/>
          <p:nvPr>
            <p:ph idx="2" type="body"/>
          </p:nvPr>
        </p:nvSpPr>
        <p:spPr>
          <a:xfrm>
            <a:off x="444400" y="2056350"/>
            <a:ext cx="3541200" cy="2829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pic>
        <p:nvPicPr>
          <p:cNvPr id="392" name="Google Shape;392;p56"/>
          <p:cNvPicPr preferRelativeResize="0"/>
          <p:nvPr/>
        </p:nvPicPr>
        <p:blipFill>
          <a:blip r:embed="rId2">
            <a:alphaModFix/>
          </a:blip>
          <a:stretch>
            <a:fillRect/>
          </a:stretch>
        </p:blipFill>
        <p:spPr>
          <a:xfrm>
            <a:off x="8229600" y="164592"/>
            <a:ext cx="749808" cy="21557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EX">
  <p:cSld name="CUSTOM_7_1_1">
    <p:spTree>
      <p:nvGrpSpPr>
        <p:cNvPr id="393" name="Shape 393"/>
        <p:cNvGrpSpPr/>
        <p:nvPr/>
      </p:nvGrpSpPr>
      <p:grpSpPr>
        <a:xfrm>
          <a:off x="0" y="0"/>
          <a:ext cx="0" cy="0"/>
          <a:chOff x="0" y="0"/>
          <a:chExt cx="0" cy="0"/>
        </a:xfrm>
      </p:grpSpPr>
      <p:sp>
        <p:nvSpPr>
          <p:cNvPr id="394" name="Google Shape;394;p57"/>
          <p:cNvSpPr txBox="1"/>
          <p:nvPr>
            <p:ph type="title"/>
          </p:nvPr>
        </p:nvSpPr>
        <p:spPr>
          <a:xfrm>
            <a:off x="332350" y="137922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395" name="Google Shape;395;p57"/>
          <p:cNvSpPr txBox="1"/>
          <p:nvPr>
            <p:ph idx="1" type="subTitle"/>
          </p:nvPr>
        </p:nvSpPr>
        <p:spPr>
          <a:xfrm>
            <a:off x="332350" y="2050650"/>
            <a:ext cx="2095200" cy="32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396" name="Google Shape;396;p57"/>
          <p:cNvSpPr txBox="1"/>
          <p:nvPr>
            <p:ph idx="2" type="body"/>
          </p:nvPr>
        </p:nvSpPr>
        <p:spPr>
          <a:xfrm>
            <a:off x="444400" y="2820625"/>
            <a:ext cx="3398100" cy="178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pic>
        <p:nvPicPr>
          <p:cNvPr id="397" name="Google Shape;397;p57"/>
          <p:cNvPicPr preferRelativeResize="0"/>
          <p:nvPr/>
        </p:nvPicPr>
        <p:blipFill>
          <a:blip r:embed="rId2">
            <a:alphaModFix/>
          </a:blip>
          <a:stretch>
            <a:fillRect/>
          </a:stretch>
        </p:blipFill>
        <p:spPr>
          <a:xfrm>
            <a:off x="8229600" y="164592"/>
            <a:ext cx="749808" cy="215570"/>
          </a:xfrm>
          <a:prstGeom prst="rect">
            <a:avLst/>
          </a:prstGeom>
          <a:noFill/>
          <a:ln>
            <a:noFill/>
          </a:ln>
        </p:spPr>
      </p:pic>
      <p:sp>
        <p:nvSpPr>
          <p:cNvPr id="398" name="Google Shape;398;p57"/>
          <p:cNvSpPr txBox="1"/>
          <p:nvPr>
            <p:ph idx="3" type="subTitle"/>
          </p:nvPr>
        </p:nvSpPr>
        <p:spPr>
          <a:xfrm>
            <a:off x="5070525" y="1379225"/>
            <a:ext cx="3502200" cy="2182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pic>
        <p:nvPicPr>
          <p:cNvPr id="399" name="Google Shape;399;p57"/>
          <p:cNvPicPr preferRelativeResize="0"/>
          <p:nvPr/>
        </p:nvPicPr>
        <p:blipFill>
          <a:blip r:embed="rId3">
            <a:alphaModFix/>
          </a:blip>
          <a:stretch>
            <a:fillRect/>
          </a:stretch>
        </p:blipFill>
        <p:spPr>
          <a:xfrm>
            <a:off x="5070525" y="0"/>
            <a:ext cx="1352550" cy="1019175"/>
          </a:xfrm>
          <a:prstGeom prst="rect">
            <a:avLst/>
          </a:prstGeom>
          <a:noFill/>
          <a:ln>
            <a:noFill/>
          </a:ln>
        </p:spPr>
      </p:pic>
      <p:sp>
        <p:nvSpPr>
          <p:cNvPr id="400" name="Google Shape;400;p57"/>
          <p:cNvSpPr txBox="1"/>
          <p:nvPr>
            <p:ph idx="4" type="title"/>
          </p:nvPr>
        </p:nvSpPr>
        <p:spPr>
          <a:xfrm>
            <a:off x="5070525" y="374757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0"/>
              </a:spcBef>
              <a:spcAft>
                <a:spcPts val="0"/>
              </a:spcAft>
              <a:buNone/>
              <a:defRPr sz="1000"/>
            </a:lvl2pPr>
            <a:lvl3pPr lvl="2" rtl="0">
              <a:spcBef>
                <a:spcPts val="0"/>
              </a:spcBef>
              <a:spcAft>
                <a:spcPts val="0"/>
              </a:spcAft>
              <a:buNone/>
              <a:defRPr sz="1000"/>
            </a:lvl3pPr>
            <a:lvl4pPr lvl="3" rtl="0">
              <a:spcBef>
                <a:spcPts val="0"/>
              </a:spcBef>
              <a:spcAft>
                <a:spcPts val="0"/>
              </a:spcAft>
              <a:buNone/>
              <a:defRPr sz="1000"/>
            </a:lvl4pPr>
            <a:lvl5pPr lvl="4" rtl="0">
              <a:spcBef>
                <a:spcPts val="0"/>
              </a:spcBef>
              <a:spcAft>
                <a:spcPts val="0"/>
              </a:spcAft>
              <a:buNone/>
              <a:defRPr sz="1000"/>
            </a:lvl5pPr>
            <a:lvl6pPr lvl="5" rtl="0">
              <a:spcBef>
                <a:spcPts val="0"/>
              </a:spcBef>
              <a:spcAft>
                <a:spcPts val="0"/>
              </a:spcAft>
              <a:buNone/>
              <a:defRPr sz="1000"/>
            </a:lvl6pPr>
            <a:lvl7pPr lvl="6" rtl="0">
              <a:spcBef>
                <a:spcPts val="0"/>
              </a:spcBef>
              <a:spcAft>
                <a:spcPts val="0"/>
              </a:spcAft>
              <a:buNone/>
              <a:defRPr sz="1000"/>
            </a:lvl7pPr>
            <a:lvl8pPr lvl="7" rtl="0">
              <a:spcBef>
                <a:spcPts val="0"/>
              </a:spcBef>
              <a:spcAft>
                <a:spcPts val="0"/>
              </a:spcAft>
              <a:buNone/>
              <a:defRPr sz="1000"/>
            </a:lvl8pPr>
            <a:lvl9pPr lvl="8" rtl="0">
              <a:spcBef>
                <a:spcPts val="0"/>
              </a:spcBef>
              <a:spcAft>
                <a:spcPts val="0"/>
              </a:spcAft>
              <a:buNone/>
              <a:defRPr sz="1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CX">
  <p:cSld name="CUSTOM_7_1_1_1">
    <p:spTree>
      <p:nvGrpSpPr>
        <p:cNvPr id="401" name="Shape 401"/>
        <p:cNvGrpSpPr/>
        <p:nvPr/>
      </p:nvGrpSpPr>
      <p:grpSpPr>
        <a:xfrm>
          <a:off x="0" y="0"/>
          <a:ext cx="0" cy="0"/>
          <a:chOff x="0" y="0"/>
          <a:chExt cx="0" cy="0"/>
        </a:xfrm>
      </p:grpSpPr>
      <p:sp>
        <p:nvSpPr>
          <p:cNvPr id="402" name="Google Shape;402;p58"/>
          <p:cNvSpPr txBox="1"/>
          <p:nvPr>
            <p:ph type="title"/>
          </p:nvPr>
        </p:nvSpPr>
        <p:spPr>
          <a:xfrm>
            <a:off x="332350" y="137922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403" name="Google Shape;403;p58"/>
          <p:cNvSpPr txBox="1"/>
          <p:nvPr>
            <p:ph idx="1" type="subTitle"/>
          </p:nvPr>
        </p:nvSpPr>
        <p:spPr>
          <a:xfrm>
            <a:off x="332350" y="2050650"/>
            <a:ext cx="2095200" cy="32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04" name="Google Shape;404;p58"/>
          <p:cNvSpPr txBox="1"/>
          <p:nvPr>
            <p:ph idx="2" type="body"/>
          </p:nvPr>
        </p:nvSpPr>
        <p:spPr>
          <a:xfrm>
            <a:off x="444400" y="2820625"/>
            <a:ext cx="3398100" cy="178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pic>
        <p:nvPicPr>
          <p:cNvPr id="405" name="Google Shape;405;p58"/>
          <p:cNvPicPr preferRelativeResize="0"/>
          <p:nvPr/>
        </p:nvPicPr>
        <p:blipFill>
          <a:blip r:embed="rId2">
            <a:alphaModFix/>
          </a:blip>
          <a:stretch>
            <a:fillRect/>
          </a:stretch>
        </p:blipFill>
        <p:spPr>
          <a:xfrm>
            <a:off x="8229600" y="164592"/>
            <a:ext cx="749808" cy="215570"/>
          </a:xfrm>
          <a:prstGeom prst="rect">
            <a:avLst/>
          </a:prstGeom>
          <a:noFill/>
          <a:ln>
            <a:noFill/>
          </a:ln>
        </p:spPr>
      </p:pic>
      <p:sp>
        <p:nvSpPr>
          <p:cNvPr id="406" name="Google Shape;406;p58"/>
          <p:cNvSpPr txBox="1"/>
          <p:nvPr>
            <p:ph idx="3" type="subTitle"/>
          </p:nvPr>
        </p:nvSpPr>
        <p:spPr>
          <a:xfrm>
            <a:off x="5070525" y="1379225"/>
            <a:ext cx="3502200" cy="2182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07" name="Google Shape;407;p58"/>
          <p:cNvSpPr txBox="1"/>
          <p:nvPr>
            <p:ph idx="4" type="title"/>
          </p:nvPr>
        </p:nvSpPr>
        <p:spPr>
          <a:xfrm>
            <a:off x="5070525" y="374757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0"/>
              </a:spcBef>
              <a:spcAft>
                <a:spcPts val="0"/>
              </a:spcAft>
              <a:buNone/>
              <a:defRPr sz="1000"/>
            </a:lvl2pPr>
            <a:lvl3pPr lvl="2" rtl="0">
              <a:spcBef>
                <a:spcPts val="0"/>
              </a:spcBef>
              <a:spcAft>
                <a:spcPts val="0"/>
              </a:spcAft>
              <a:buNone/>
              <a:defRPr sz="1000"/>
            </a:lvl3pPr>
            <a:lvl4pPr lvl="3" rtl="0">
              <a:spcBef>
                <a:spcPts val="0"/>
              </a:spcBef>
              <a:spcAft>
                <a:spcPts val="0"/>
              </a:spcAft>
              <a:buNone/>
              <a:defRPr sz="1000"/>
            </a:lvl4pPr>
            <a:lvl5pPr lvl="4" rtl="0">
              <a:spcBef>
                <a:spcPts val="0"/>
              </a:spcBef>
              <a:spcAft>
                <a:spcPts val="0"/>
              </a:spcAft>
              <a:buNone/>
              <a:defRPr sz="1000"/>
            </a:lvl5pPr>
            <a:lvl6pPr lvl="5" rtl="0">
              <a:spcBef>
                <a:spcPts val="0"/>
              </a:spcBef>
              <a:spcAft>
                <a:spcPts val="0"/>
              </a:spcAft>
              <a:buNone/>
              <a:defRPr sz="1000"/>
            </a:lvl6pPr>
            <a:lvl7pPr lvl="6" rtl="0">
              <a:spcBef>
                <a:spcPts val="0"/>
              </a:spcBef>
              <a:spcAft>
                <a:spcPts val="0"/>
              </a:spcAft>
              <a:buNone/>
              <a:defRPr sz="1000"/>
            </a:lvl7pPr>
            <a:lvl8pPr lvl="7" rtl="0">
              <a:spcBef>
                <a:spcPts val="0"/>
              </a:spcBef>
              <a:spcAft>
                <a:spcPts val="0"/>
              </a:spcAft>
              <a:buNone/>
              <a:defRPr sz="1000"/>
            </a:lvl8pPr>
            <a:lvl9pPr lvl="8" rtl="0">
              <a:spcBef>
                <a:spcPts val="0"/>
              </a:spcBef>
              <a:spcAft>
                <a:spcPts val="0"/>
              </a:spcAft>
              <a:buNone/>
              <a:defRPr sz="1000"/>
            </a:lvl9pPr>
          </a:lstStyle>
          <a:p/>
        </p:txBody>
      </p:sp>
      <p:pic>
        <p:nvPicPr>
          <p:cNvPr id="408" name="Google Shape;408;p58"/>
          <p:cNvPicPr preferRelativeResize="0"/>
          <p:nvPr/>
        </p:nvPicPr>
        <p:blipFill>
          <a:blip r:embed="rId3">
            <a:alphaModFix/>
          </a:blip>
          <a:stretch>
            <a:fillRect/>
          </a:stretch>
        </p:blipFill>
        <p:spPr>
          <a:xfrm>
            <a:off x="5070525" y="0"/>
            <a:ext cx="1352550" cy="10191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BX">
  <p:cSld name="CUSTOM_7_1_1_1_1">
    <p:spTree>
      <p:nvGrpSpPr>
        <p:cNvPr id="409" name="Shape 409"/>
        <p:cNvGrpSpPr/>
        <p:nvPr/>
      </p:nvGrpSpPr>
      <p:grpSpPr>
        <a:xfrm>
          <a:off x="0" y="0"/>
          <a:ext cx="0" cy="0"/>
          <a:chOff x="0" y="0"/>
          <a:chExt cx="0" cy="0"/>
        </a:xfrm>
      </p:grpSpPr>
      <p:sp>
        <p:nvSpPr>
          <p:cNvPr id="410" name="Google Shape;410;p59"/>
          <p:cNvSpPr txBox="1"/>
          <p:nvPr>
            <p:ph type="title"/>
          </p:nvPr>
        </p:nvSpPr>
        <p:spPr>
          <a:xfrm>
            <a:off x="332350" y="137922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411" name="Google Shape;411;p59"/>
          <p:cNvSpPr txBox="1"/>
          <p:nvPr>
            <p:ph idx="1" type="subTitle"/>
          </p:nvPr>
        </p:nvSpPr>
        <p:spPr>
          <a:xfrm>
            <a:off x="332350" y="2050650"/>
            <a:ext cx="2095200" cy="32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12" name="Google Shape;412;p59"/>
          <p:cNvSpPr txBox="1"/>
          <p:nvPr>
            <p:ph idx="2" type="body"/>
          </p:nvPr>
        </p:nvSpPr>
        <p:spPr>
          <a:xfrm>
            <a:off x="444400" y="2820625"/>
            <a:ext cx="3398100" cy="178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pic>
        <p:nvPicPr>
          <p:cNvPr id="413" name="Google Shape;413;p59"/>
          <p:cNvPicPr preferRelativeResize="0"/>
          <p:nvPr/>
        </p:nvPicPr>
        <p:blipFill>
          <a:blip r:embed="rId2">
            <a:alphaModFix/>
          </a:blip>
          <a:stretch>
            <a:fillRect/>
          </a:stretch>
        </p:blipFill>
        <p:spPr>
          <a:xfrm>
            <a:off x="8229600" y="164592"/>
            <a:ext cx="749808" cy="215570"/>
          </a:xfrm>
          <a:prstGeom prst="rect">
            <a:avLst/>
          </a:prstGeom>
          <a:noFill/>
          <a:ln>
            <a:noFill/>
          </a:ln>
        </p:spPr>
      </p:pic>
      <p:sp>
        <p:nvSpPr>
          <p:cNvPr id="414" name="Google Shape;414;p59"/>
          <p:cNvSpPr txBox="1"/>
          <p:nvPr>
            <p:ph idx="3" type="subTitle"/>
          </p:nvPr>
        </p:nvSpPr>
        <p:spPr>
          <a:xfrm>
            <a:off x="5070525" y="1379225"/>
            <a:ext cx="3502200" cy="2182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15" name="Google Shape;415;p59"/>
          <p:cNvSpPr txBox="1"/>
          <p:nvPr>
            <p:ph idx="4" type="title"/>
          </p:nvPr>
        </p:nvSpPr>
        <p:spPr>
          <a:xfrm>
            <a:off x="5070525" y="374757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0"/>
              </a:spcBef>
              <a:spcAft>
                <a:spcPts val="0"/>
              </a:spcAft>
              <a:buNone/>
              <a:defRPr sz="1000"/>
            </a:lvl2pPr>
            <a:lvl3pPr lvl="2" rtl="0">
              <a:spcBef>
                <a:spcPts val="0"/>
              </a:spcBef>
              <a:spcAft>
                <a:spcPts val="0"/>
              </a:spcAft>
              <a:buNone/>
              <a:defRPr sz="1000"/>
            </a:lvl3pPr>
            <a:lvl4pPr lvl="3" rtl="0">
              <a:spcBef>
                <a:spcPts val="0"/>
              </a:spcBef>
              <a:spcAft>
                <a:spcPts val="0"/>
              </a:spcAft>
              <a:buNone/>
              <a:defRPr sz="1000"/>
            </a:lvl4pPr>
            <a:lvl5pPr lvl="4" rtl="0">
              <a:spcBef>
                <a:spcPts val="0"/>
              </a:spcBef>
              <a:spcAft>
                <a:spcPts val="0"/>
              </a:spcAft>
              <a:buNone/>
              <a:defRPr sz="1000"/>
            </a:lvl5pPr>
            <a:lvl6pPr lvl="5" rtl="0">
              <a:spcBef>
                <a:spcPts val="0"/>
              </a:spcBef>
              <a:spcAft>
                <a:spcPts val="0"/>
              </a:spcAft>
              <a:buNone/>
              <a:defRPr sz="1000"/>
            </a:lvl6pPr>
            <a:lvl7pPr lvl="6" rtl="0">
              <a:spcBef>
                <a:spcPts val="0"/>
              </a:spcBef>
              <a:spcAft>
                <a:spcPts val="0"/>
              </a:spcAft>
              <a:buNone/>
              <a:defRPr sz="1000"/>
            </a:lvl7pPr>
            <a:lvl8pPr lvl="7" rtl="0">
              <a:spcBef>
                <a:spcPts val="0"/>
              </a:spcBef>
              <a:spcAft>
                <a:spcPts val="0"/>
              </a:spcAft>
              <a:buNone/>
              <a:defRPr sz="1000"/>
            </a:lvl8pPr>
            <a:lvl9pPr lvl="8" rtl="0">
              <a:spcBef>
                <a:spcPts val="0"/>
              </a:spcBef>
              <a:spcAft>
                <a:spcPts val="0"/>
              </a:spcAft>
              <a:buNone/>
              <a:defRPr sz="1000"/>
            </a:lvl9pPr>
          </a:lstStyle>
          <a:p/>
        </p:txBody>
      </p:sp>
      <p:pic>
        <p:nvPicPr>
          <p:cNvPr id="416" name="Google Shape;416;p59"/>
          <p:cNvPicPr preferRelativeResize="0"/>
          <p:nvPr/>
        </p:nvPicPr>
        <p:blipFill>
          <a:blip r:embed="rId3">
            <a:alphaModFix/>
          </a:blip>
          <a:stretch>
            <a:fillRect/>
          </a:stretch>
        </p:blipFill>
        <p:spPr>
          <a:xfrm>
            <a:off x="5070525" y="0"/>
            <a:ext cx="1352550" cy="1019175"/>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RC">
  <p:cSld name="CUSTOM_7_1_1_1_1_1">
    <p:spTree>
      <p:nvGrpSpPr>
        <p:cNvPr id="417" name="Shape 417"/>
        <p:cNvGrpSpPr/>
        <p:nvPr/>
      </p:nvGrpSpPr>
      <p:grpSpPr>
        <a:xfrm>
          <a:off x="0" y="0"/>
          <a:ext cx="0" cy="0"/>
          <a:chOff x="0" y="0"/>
          <a:chExt cx="0" cy="0"/>
        </a:xfrm>
      </p:grpSpPr>
      <p:sp>
        <p:nvSpPr>
          <p:cNvPr id="418" name="Google Shape;418;p60"/>
          <p:cNvSpPr txBox="1"/>
          <p:nvPr>
            <p:ph type="title"/>
          </p:nvPr>
        </p:nvSpPr>
        <p:spPr>
          <a:xfrm>
            <a:off x="332350" y="137922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419" name="Google Shape;419;p60"/>
          <p:cNvSpPr txBox="1"/>
          <p:nvPr>
            <p:ph idx="1" type="subTitle"/>
          </p:nvPr>
        </p:nvSpPr>
        <p:spPr>
          <a:xfrm>
            <a:off x="332350" y="2050650"/>
            <a:ext cx="2095200" cy="32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20" name="Google Shape;420;p60"/>
          <p:cNvSpPr txBox="1"/>
          <p:nvPr>
            <p:ph idx="2" type="body"/>
          </p:nvPr>
        </p:nvSpPr>
        <p:spPr>
          <a:xfrm>
            <a:off x="444400" y="2820625"/>
            <a:ext cx="3398100" cy="178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pic>
        <p:nvPicPr>
          <p:cNvPr id="421" name="Google Shape;421;p60"/>
          <p:cNvPicPr preferRelativeResize="0"/>
          <p:nvPr/>
        </p:nvPicPr>
        <p:blipFill>
          <a:blip r:embed="rId2">
            <a:alphaModFix/>
          </a:blip>
          <a:stretch>
            <a:fillRect/>
          </a:stretch>
        </p:blipFill>
        <p:spPr>
          <a:xfrm>
            <a:off x="8229600" y="164592"/>
            <a:ext cx="749808" cy="215570"/>
          </a:xfrm>
          <a:prstGeom prst="rect">
            <a:avLst/>
          </a:prstGeom>
          <a:noFill/>
          <a:ln>
            <a:noFill/>
          </a:ln>
        </p:spPr>
      </p:pic>
      <p:sp>
        <p:nvSpPr>
          <p:cNvPr id="422" name="Google Shape;422;p60"/>
          <p:cNvSpPr txBox="1"/>
          <p:nvPr>
            <p:ph idx="3" type="subTitle"/>
          </p:nvPr>
        </p:nvSpPr>
        <p:spPr>
          <a:xfrm>
            <a:off x="5070525" y="1379225"/>
            <a:ext cx="3502200" cy="2182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23" name="Google Shape;423;p60"/>
          <p:cNvSpPr txBox="1"/>
          <p:nvPr>
            <p:ph idx="4" type="title"/>
          </p:nvPr>
        </p:nvSpPr>
        <p:spPr>
          <a:xfrm>
            <a:off x="5070525" y="374757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0"/>
              </a:spcBef>
              <a:spcAft>
                <a:spcPts val="0"/>
              </a:spcAft>
              <a:buNone/>
              <a:defRPr sz="1000"/>
            </a:lvl2pPr>
            <a:lvl3pPr lvl="2" rtl="0">
              <a:spcBef>
                <a:spcPts val="0"/>
              </a:spcBef>
              <a:spcAft>
                <a:spcPts val="0"/>
              </a:spcAft>
              <a:buNone/>
              <a:defRPr sz="1000"/>
            </a:lvl3pPr>
            <a:lvl4pPr lvl="3" rtl="0">
              <a:spcBef>
                <a:spcPts val="0"/>
              </a:spcBef>
              <a:spcAft>
                <a:spcPts val="0"/>
              </a:spcAft>
              <a:buNone/>
              <a:defRPr sz="1000"/>
            </a:lvl4pPr>
            <a:lvl5pPr lvl="4" rtl="0">
              <a:spcBef>
                <a:spcPts val="0"/>
              </a:spcBef>
              <a:spcAft>
                <a:spcPts val="0"/>
              </a:spcAft>
              <a:buNone/>
              <a:defRPr sz="1000"/>
            </a:lvl5pPr>
            <a:lvl6pPr lvl="5" rtl="0">
              <a:spcBef>
                <a:spcPts val="0"/>
              </a:spcBef>
              <a:spcAft>
                <a:spcPts val="0"/>
              </a:spcAft>
              <a:buNone/>
              <a:defRPr sz="1000"/>
            </a:lvl6pPr>
            <a:lvl7pPr lvl="6" rtl="0">
              <a:spcBef>
                <a:spcPts val="0"/>
              </a:spcBef>
              <a:spcAft>
                <a:spcPts val="0"/>
              </a:spcAft>
              <a:buNone/>
              <a:defRPr sz="1000"/>
            </a:lvl7pPr>
            <a:lvl8pPr lvl="7" rtl="0">
              <a:spcBef>
                <a:spcPts val="0"/>
              </a:spcBef>
              <a:spcAft>
                <a:spcPts val="0"/>
              </a:spcAft>
              <a:buNone/>
              <a:defRPr sz="1000"/>
            </a:lvl8pPr>
            <a:lvl9pPr lvl="8" rtl="0">
              <a:spcBef>
                <a:spcPts val="0"/>
              </a:spcBef>
              <a:spcAft>
                <a:spcPts val="0"/>
              </a:spcAft>
              <a:buNone/>
              <a:defRPr sz="1000"/>
            </a:lvl9pPr>
          </a:lstStyle>
          <a:p/>
        </p:txBody>
      </p:sp>
      <p:pic>
        <p:nvPicPr>
          <p:cNvPr id="424" name="Google Shape;424;p60"/>
          <p:cNvPicPr preferRelativeResize="0"/>
          <p:nvPr/>
        </p:nvPicPr>
        <p:blipFill>
          <a:blip r:embed="rId3">
            <a:alphaModFix/>
          </a:blip>
          <a:stretch>
            <a:fillRect/>
          </a:stretch>
        </p:blipFill>
        <p:spPr>
          <a:xfrm>
            <a:off x="5070525" y="0"/>
            <a:ext cx="1352550" cy="1019175"/>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PX">
  <p:cSld name="CUSTOM_7_1_1_1_1_1_1">
    <p:spTree>
      <p:nvGrpSpPr>
        <p:cNvPr id="425" name="Shape 425"/>
        <p:cNvGrpSpPr/>
        <p:nvPr/>
      </p:nvGrpSpPr>
      <p:grpSpPr>
        <a:xfrm>
          <a:off x="0" y="0"/>
          <a:ext cx="0" cy="0"/>
          <a:chOff x="0" y="0"/>
          <a:chExt cx="0" cy="0"/>
        </a:xfrm>
      </p:grpSpPr>
      <p:sp>
        <p:nvSpPr>
          <p:cNvPr id="426" name="Google Shape;426;p61"/>
          <p:cNvSpPr txBox="1"/>
          <p:nvPr>
            <p:ph type="title"/>
          </p:nvPr>
        </p:nvSpPr>
        <p:spPr>
          <a:xfrm>
            <a:off x="332350" y="137922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427" name="Google Shape;427;p61"/>
          <p:cNvSpPr txBox="1"/>
          <p:nvPr>
            <p:ph idx="1" type="subTitle"/>
          </p:nvPr>
        </p:nvSpPr>
        <p:spPr>
          <a:xfrm>
            <a:off x="332350" y="2050650"/>
            <a:ext cx="2095200" cy="32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28" name="Google Shape;428;p61"/>
          <p:cNvSpPr txBox="1"/>
          <p:nvPr>
            <p:ph idx="2" type="body"/>
          </p:nvPr>
        </p:nvSpPr>
        <p:spPr>
          <a:xfrm>
            <a:off x="444400" y="2820625"/>
            <a:ext cx="3398100" cy="178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pic>
        <p:nvPicPr>
          <p:cNvPr id="429" name="Google Shape;429;p61"/>
          <p:cNvPicPr preferRelativeResize="0"/>
          <p:nvPr/>
        </p:nvPicPr>
        <p:blipFill>
          <a:blip r:embed="rId2">
            <a:alphaModFix/>
          </a:blip>
          <a:stretch>
            <a:fillRect/>
          </a:stretch>
        </p:blipFill>
        <p:spPr>
          <a:xfrm>
            <a:off x="8229600" y="164592"/>
            <a:ext cx="749808" cy="215570"/>
          </a:xfrm>
          <a:prstGeom prst="rect">
            <a:avLst/>
          </a:prstGeom>
          <a:noFill/>
          <a:ln>
            <a:noFill/>
          </a:ln>
        </p:spPr>
      </p:pic>
      <p:sp>
        <p:nvSpPr>
          <p:cNvPr id="430" name="Google Shape;430;p61"/>
          <p:cNvSpPr txBox="1"/>
          <p:nvPr>
            <p:ph idx="3" type="subTitle"/>
          </p:nvPr>
        </p:nvSpPr>
        <p:spPr>
          <a:xfrm>
            <a:off x="5070525" y="1379225"/>
            <a:ext cx="3502200" cy="2182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31" name="Google Shape;431;p61"/>
          <p:cNvSpPr txBox="1"/>
          <p:nvPr>
            <p:ph idx="4" type="title"/>
          </p:nvPr>
        </p:nvSpPr>
        <p:spPr>
          <a:xfrm>
            <a:off x="5070525" y="374757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0"/>
              </a:spcBef>
              <a:spcAft>
                <a:spcPts val="0"/>
              </a:spcAft>
              <a:buNone/>
              <a:defRPr sz="1000"/>
            </a:lvl2pPr>
            <a:lvl3pPr lvl="2" rtl="0">
              <a:spcBef>
                <a:spcPts val="0"/>
              </a:spcBef>
              <a:spcAft>
                <a:spcPts val="0"/>
              </a:spcAft>
              <a:buNone/>
              <a:defRPr sz="1000"/>
            </a:lvl3pPr>
            <a:lvl4pPr lvl="3" rtl="0">
              <a:spcBef>
                <a:spcPts val="0"/>
              </a:spcBef>
              <a:spcAft>
                <a:spcPts val="0"/>
              </a:spcAft>
              <a:buNone/>
              <a:defRPr sz="1000"/>
            </a:lvl4pPr>
            <a:lvl5pPr lvl="4" rtl="0">
              <a:spcBef>
                <a:spcPts val="0"/>
              </a:spcBef>
              <a:spcAft>
                <a:spcPts val="0"/>
              </a:spcAft>
              <a:buNone/>
              <a:defRPr sz="1000"/>
            </a:lvl5pPr>
            <a:lvl6pPr lvl="5" rtl="0">
              <a:spcBef>
                <a:spcPts val="0"/>
              </a:spcBef>
              <a:spcAft>
                <a:spcPts val="0"/>
              </a:spcAft>
              <a:buNone/>
              <a:defRPr sz="1000"/>
            </a:lvl6pPr>
            <a:lvl7pPr lvl="6" rtl="0">
              <a:spcBef>
                <a:spcPts val="0"/>
              </a:spcBef>
              <a:spcAft>
                <a:spcPts val="0"/>
              </a:spcAft>
              <a:buNone/>
              <a:defRPr sz="1000"/>
            </a:lvl7pPr>
            <a:lvl8pPr lvl="7" rtl="0">
              <a:spcBef>
                <a:spcPts val="0"/>
              </a:spcBef>
              <a:spcAft>
                <a:spcPts val="0"/>
              </a:spcAft>
              <a:buNone/>
              <a:defRPr sz="1000"/>
            </a:lvl8pPr>
            <a:lvl9pPr lvl="8" rtl="0">
              <a:spcBef>
                <a:spcPts val="0"/>
              </a:spcBef>
              <a:spcAft>
                <a:spcPts val="0"/>
              </a:spcAft>
              <a:buNone/>
              <a:defRPr sz="1000"/>
            </a:lvl9pPr>
          </a:lstStyle>
          <a:p/>
        </p:txBody>
      </p:sp>
      <p:pic>
        <p:nvPicPr>
          <p:cNvPr id="432" name="Google Shape;432;p61"/>
          <p:cNvPicPr preferRelativeResize="0"/>
          <p:nvPr/>
        </p:nvPicPr>
        <p:blipFill>
          <a:blip r:embed="rId3">
            <a:alphaModFix/>
          </a:blip>
          <a:stretch>
            <a:fillRect/>
          </a:stretch>
        </p:blipFill>
        <p:spPr>
          <a:xfrm>
            <a:off x="5070525" y="0"/>
            <a:ext cx="1352550" cy="1019175"/>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_XM">
  <p:cSld name="CUSTOM_7_1_1_1_1_1_1_1">
    <p:spTree>
      <p:nvGrpSpPr>
        <p:cNvPr id="433" name="Shape 433"/>
        <p:cNvGrpSpPr/>
        <p:nvPr/>
      </p:nvGrpSpPr>
      <p:grpSpPr>
        <a:xfrm>
          <a:off x="0" y="0"/>
          <a:ext cx="0" cy="0"/>
          <a:chOff x="0" y="0"/>
          <a:chExt cx="0" cy="0"/>
        </a:xfrm>
      </p:grpSpPr>
      <p:sp>
        <p:nvSpPr>
          <p:cNvPr id="434" name="Google Shape;434;p62"/>
          <p:cNvSpPr txBox="1"/>
          <p:nvPr>
            <p:ph type="title"/>
          </p:nvPr>
        </p:nvSpPr>
        <p:spPr>
          <a:xfrm>
            <a:off x="332350" y="137922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435" name="Google Shape;435;p62"/>
          <p:cNvSpPr txBox="1"/>
          <p:nvPr>
            <p:ph idx="1" type="subTitle"/>
          </p:nvPr>
        </p:nvSpPr>
        <p:spPr>
          <a:xfrm>
            <a:off x="332350" y="2050650"/>
            <a:ext cx="2095200" cy="320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36" name="Google Shape;436;p62"/>
          <p:cNvSpPr txBox="1"/>
          <p:nvPr>
            <p:ph idx="2" type="body"/>
          </p:nvPr>
        </p:nvSpPr>
        <p:spPr>
          <a:xfrm>
            <a:off x="444400" y="2820625"/>
            <a:ext cx="3398100" cy="178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Roboto Thin"/>
              <a:buChar char="●"/>
              <a:defRPr sz="1200">
                <a:latin typeface="Roboto Thin"/>
                <a:ea typeface="Roboto Thin"/>
                <a:cs typeface="Roboto Thin"/>
                <a:sym typeface="Roboto Thin"/>
              </a:defRPr>
            </a:lvl1pPr>
            <a:lvl2pPr indent="-304800" lvl="1" marL="914400" rtl="0">
              <a:spcBef>
                <a:spcPts val="1600"/>
              </a:spcBef>
              <a:spcAft>
                <a:spcPts val="0"/>
              </a:spcAft>
              <a:buSzPts val="1200"/>
              <a:buFont typeface="Roboto Thin"/>
              <a:buChar char="○"/>
              <a:defRPr sz="1200">
                <a:latin typeface="Roboto Thin"/>
                <a:ea typeface="Roboto Thin"/>
                <a:cs typeface="Roboto Thin"/>
                <a:sym typeface="Roboto Thin"/>
              </a:defRPr>
            </a:lvl2pPr>
            <a:lvl3pPr indent="-304800" lvl="2" marL="1371600" rtl="0">
              <a:spcBef>
                <a:spcPts val="1600"/>
              </a:spcBef>
              <a:spcAft>
                <a:spcPts val="0"/>
              </a:spcAft>
              <a:buSzPts val="1200"/>
              <a:buFont typeface="Roboto Thin"/>
              <a:buChar char="■"/>
              <a:defRPr sz="1200">
                <a:latin typeface="Roboto Thin"/>
                <a:ea typeface="Roboto Thin"/>
                <a:cs typeface="Roboto Thin"/>
                <a:sym typeface="Roboto Thin"/>
              </a:defRPr>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pic>
        <p:nvPicPr>
          <p:cNvPr id="437" name="Google Shape;437;p62"/>
          <p:cNvPicPr preferRelativeResize="0"/>
          <p:nvPr/>
        </p:nvPicPr>
        <p:blipFill>
          <a:blip r:embed="rId2">
            <a:alphaModFix/>
          </a:blip>
          <a:stretch>
            <a:fillRect/>
          </a:stretch>
        </p:blipFill>
        <p:spPr>
          <a:xfrm>
            <a:off x="8229600" y="164592"/>
            <a:ext cx="749808" cy="215570"/>
          </a:xfrm>
          <a:prstGeom prst="rect">
            <a:avLst/>
          </a:prstGeom>
          <a:noFill/>
          <a:ln>
            <a:noFill/>
          </a:ln>
        </p:spPr>
      </p:pic>
      <p:sp>
        <p:nvSpPr>
          <p:cNvPr id="438" name="Google Shape;438;p62"/>
          <p:cNvSpPr txBox="1"/>
          <p:nvPr>
            <p:ph idx="3" type="subTitle"/>
          </p:nvPr>
        </p:nvSpPr>
        <p:spPr>
          <a:xfrm>
            <a:off x="5070525" y="1379225"/>
            <a:ext cx="3502200" cy="21828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500">
                <a:latin typeface="Roboto"/>
                <a:ea typeface="Roboto"/>
                <a:cs typeface="Roboto"/>
                <a:sym typeface="Roboto"/>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p:txBody>
      </p:sp>
      <p:sp>
        <p:nvSpPr>
          <p:cNvPr id="439" name="Google Shape;439;p62"/>
          <p:cNvSpPr txBox="1"/>
          <p:nvPr>
            <p:ph idx="4" type="title"/>
          </p:nvPr>
        </p:nvSpPr>
        <p:spPr>
          <a:xfrm>
            <a:off x="5070525" y="3747575"/>
            <a:ext cx="25806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000"/>
            </a:lvl1pPr>
            <a:lvl2pPr lvl="1" rtl="0">
              <a:spcBef>
                <a:spcPts val="0"/>
              </a:spcBef>
              <a:spcAft>
                <a:spcPts val="0"/>
              </a:spcAft>
              <a:buNone/>
              <a:defRPr sz="1000"/>
            </a:lvl2pPr>
            <a:lvl3pPr lvl="2" rtl="0">
              <a:spcBef>
                <a:spcPts val="0"/>
              </a:spcBef>
              <a:spcAft>
                <a:spcPts val="0"/>
              </a:spcAft>
              <a:buNone/>
              <a:defRPr sz="1000"/>
            </a:lvl3pPr>
            <a:lvl4pPr lvl="3" rtl="0">
              <a:spcBef>
                <a:spcPts val="0"/>
              </a:spcBef>
              <a:spcAft>
                <a:spcPts val="0"/>
              </a:spcAft>
              <a:buNone/>
              <a:defRPr sz="1000"/>
            </a:lvl4pPr>
            <a:lvl5pPr lvl="4" rtl="0">
              <a:spcBef>
                <a:spcPts val="0"/>
              </a:spcBef>
              <a:spcAft>
                <a:spcPts val="0"/>
              </a:spcAft>
              <a:buNone/>
              <a:defRPr sz="1000"/>
            </a:lvl5pPr>
            <a:lvl6pPr lvl="5" rtl="0">
              <a:spcBef>
                <a:spcPts val="0"/>
              </a:spcBef>
              <a:spcAft>
                <a:spcPts val="0"/>
              </a:spcAft>
              <a:buNone/>
              <a:defRPr sz="1000"/>
            </a:lvl6pPr>
            <a:lvl7pPr lvl="6" rtl="0">
              <a:spcBef>
                <a:spcPts val="0"/>
              </a:spcBef>
              <a:spcAft>
                <a:spcPts val="0"/>
              </a:spcAft>
              <a:buNone/>
              <a:defRPr sz="1000"/>
            </a:lvl7pPr>
            <a:lvl8pPr lvl="7" rtl="0">
              <a:spcBef>
                <a:spcPts val="0"/>
              </a:spcBef>
              <a:spcAft>
                <a:spcPts val="0"/>
              </a:spcAft>
              <a:buNone/>
              <a:defRPr sz="1000"/>
            </a:lvl8pPr>
            <a:lvl9pPr lvl="8" rtl="0">
              <a:spcBef>
                <a:spcPts val="0"/>
              </a:spcBef>
              <a:spcAft>
                <a:spcPts val="0"/>
              </a:spcAft>
              <a:buNone/>
              <a:defRPr sz="1000"/>
            </a:lvl9pPr>
          </a:lstStyle>
          <a:p/>
        </p:txBody>
      </p:sp>
      <p:pic>
        <p:nvPicPr>
          <p:cNvPr id="440" name="Google Shape;440;p62"/>
          <p:cNvPicPr preferRelativeResize="0"/>
          <p:nvPr/>
        </p:nvPicPr>
        <p:blipFill>
          <a:blip r:embed="rId3">
            <a:alphaModFix/>
          </a:blip>
          <a:stretch>
            <a:fillRect/>
          </a:stretch>
        </p:blipFill>
        <p:spPr>
          <a:xfrm>
            <a:off x="5070525" y="0"/>
            <a:ext cx="1352550" cy="1028700"/>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ltrics Mountains">
  <p:cSld name="TITLE_1">
    <p:bg>
      <p:bgPr>
        <a:solidFill>
          <a:schemeClr val="lt2"/>
        </a:solidFill>
      </p:bgPr>
    </p:bg>
    <p:spTree>
      <p:nvGrpSpPr>
        <p:cNvPr id="441" name="Shape 441"/>
        <p:cNvGrpSpPr/>
        <p:nvPr/>
      </p:nvGrpSpPr>
      <p:grpSpPr>
        <a:xfrm>
          <a:off x="0" y="0"/>
          <a:ext cx="0" cy="0"/>
          <a:chOff x="0" y="0"/>
          <a:chExt cx="0" cy="0"/>
        </a:xfrm>
      </p:grpSpPr>
      <p:pic>
        <p:nvPicPr>
          <p:cNvPr descr="shutterstock_429987889_edited.jpg" id="442" name="Google Shape;442;p63"/>
          <p:cNvPicPr preferRelativeResize="0"/>
          <p:nvPr/>
        </p:nvPicPr>
        <p:blipFill rotWithShape="1">
          <a:blip r:embed="rId2">
            <a:alphaModFix/>
          </a:blip>
          <a:srcRect b="23591" l="0" r="0" t="21799"/>
          <a:stretch/>
        </p:blipFill>
        <p:spPr>
          <a:xfrm>
            <a:off x="0" y="487825"/>
            <a:ext cx="9144000" cy="4655676"/>
          </a:xfrm>
          <a:prstGeom prst="rect">
            <a:avLst/>
          </a:prstGeom>
          <a:noFill/>
          <a:ln>
            <a:noFill/>
          </a:ln>
        </p:spPr>
      </p:pic>
      <p:sp>
        <p:nvSpPr>
          <p:cNvPr id="443" name="Google Shape;443;p6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E393F"/>
              </a:buClr>
              <a:buSzPts val="4200"/>
              <a:buNone/>
              <a:defRPr sz="4200">
                <a:solidFill>
                  <a:srgbClr val="2E393F"/>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p:txBody>
      </p:sp>
      <p:sp>
        <p:nvSpPr>
          <p:cNvPr id="444" name="Google Shape;444;p63"/>
          <p:cNvSpPr txBox="1"/>
          <p:nvPr>
            <p:ph idx="1" type="subTitle"/>
          </p:nvPr>
        </p:nvSpPr>
        <p:spPr>
          <a:xfrm>
            <a:off x="729452" y="2678225"/>
            <a:ext cx="7688100" cy="541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445" name="Google Shape;445;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grpSp>
        <p:nvGrpSpPr>
          <p:cNvPr id="446" name="Google Shape;446;p63"/>
          <p:cNvGrpSpPr/>
          <p:nvPr/>
        </p:nvGrpSpPr>
        <p:grpSpPr>
          <a:xfrm>
            <a:off x="830392" y="1191182"/>
            <a:ext cx="1497600" cy="45900"/>
            <a:chOff x="830392" y="1191182"/>
            <a:chExt cx="1497600" cy="45900"/>
          </a:xfrm>
        </p:grpSpPr>
        <p:sp>
          <p:nvSpPr>
            <p:cNvPr id="447" name="Google Shape;447;p63"/>
            <p:cNvSpPr/>
            <p:nvPr/>
          </p:nvSpPr>
          <p:spPr>
            <a:xfrm rot="-5400000">
              <a:off x="1742696" y="1027682"/>
              <a:ext cx="45900" cy="372900"/>
            </a:xfrm>
            <a:prstGeom prst="rect">
              <a:avLst/>
            </a:prstGeom>
            <a:solidFill>
              <a:srgbClr val="076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3"/>
            <p:cNvSpPr/>
            <p:nvPr/>
          </p:nvSpPr>
          <p:spPr>
            <a:xfrm rot="-5400000">
              <a:off x="995392" y="1026182"/>
              <a:ext cx="45900" cy="375900"/>
            </a:xfrm>
            <a:prstGeom prst="rect">
              <a:avLst/>
            </a:prstGeom>
            <a:solidFill>
              <a:srgbClr val="21DB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3"/>
            <p:cNvSpPr/>
            <p:nvPr/>
          </p:nvSpPr>
          <p:spPr>
            <a:xfrm rot="-5400000">
              <a:off x="1369796" y="1027682"/>
              <a:ext cx="45900" cy="372900"/>
            </a:xfrm>
            <a:prstGeom prst="rect">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3"/>
            <p:cNvSpPr/>
            <p:nvPr/>
          </p:nvSpPr>
          <p:spPr>
            <a:xfrm rot="-5400000">
              <a:off x="2117092" y="1026182"/>
              <a:ext cx="45900" cy="375900"/>
            </a:xfrm>
            <a:prstGeom prst="rect">
              <a:avLst/>
            </a:prstGeom>
            <a:solidFill>
              <a:srgbClr val="5F1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1" name="Google Shape;451;p63"/>
          <p:cNvSpPr/>
          <p:nvPr/>
        </p:nvSpPr>
        <p:spPr>
          <a:xfrm>
            <a:off x="0" y="-2625"/>
            <a:ext cx="9175800" cy="323400"/>
          </a:xfrm>
          <a:prstGeom prst="rect">
            <a:avLst/>
          </a:prstGeom>
          <a:gradFill>
            <a:gsLst>
              <a:gs pos="0">
                <a:srgbClr val="21DBAA"/>
              </a:gs>
              <a:gs pos="34000">
                <a:srgbClr val="00B4EF"/>
              </a:gs>
              <a:gs pos="67000">
                <a:srgbClr val="0768DD"/>
              </a:gs>
              <a:gs pos="100000">
                <a:srgbClr val="5F1AE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2" name="Google Shape;452;p63"/>
          <p:cNvPicPr preferRelativeResize="0"/>
          <p:nvPr/>
        </p:nvPicPr>
        <p:blipFill>
          <a:blip r:embed="rId3">
            <a:alphaModFix/>
          </a:blip>
          <a:stretch>
            <a:fillRect/>
          </a:stretch>
        </p:blipFill>
        <p:spPr>
          <a:xfrm>
            <a:off x="8164375" y="414649"/>
            <a:ext cx="890758" cy="253599"/>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2E393F"/>
        </a:solidFill>
      </p:bgPr>
    </p:bg>
    <p:spTree>
      <p:nvGrpSpPr>
        <p:cNvPr id="453" name="Shape 453"/>
        <p:cNvGrpSpPr/>
        <p:nvPr/>
      </p:nvGrpSpPr>
      <p:grpSpPr>
        <a:xfrm>
          <a:off x="0" y="0"/>
          <a:ext cx="0" cy="0"/>
          <a:chOff x="0" y="0"/>
          <a:chExt cx="0" cy="0"/>
        </a:xfrm>
      </p:grpSpPr>
      <p:grpSp>
        <p:nvGrpSpPr>
          <p:cNvPr id="454" name="Google Shape;454;p64"/>
          <p:cNvGrpSpPr/>
          <p:nvPr/>
        </p:nvGrpSpPr>
        <p:grpSpPr>
          <a:xfrm>
            <a:off x="830392" y="1191256"/>
            <a:ext cx="745763" cy="45826"/>
            <a:chOff x="4580561" y="2589004"/>
            <a:chExt cx="1064464" cy="25200"/>
          </a:xfrm>
        </p:grpSpPr>
        <p:sp>
          <p:nvSpPr>
            <p:cNvPr id="455" name="Google Shape;455;p6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 name="Google Shape;457;p64"/>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458" name="Google Shape;458;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en"/>
              <a:t>‹#›</a:t>
            </a:fld>
            <a:endParaRPr/>
          </a:p>
        </p:txBody>
      </p:sp>
      <p:sp>
        <p:nvSpPr>
          <p:cNvPr id="459" name="Google Shape;459;p64"/>
          <p:cNvSpPr/>
          <p:nvPr/>
        </p:nvSpPr>
        <p:spPr>
          <a:xfrm>
            <a:off x="0" y="-2625"/>
            <a:ext cx="9144000" cy="323400"/>
          </a:xfrm>
          <a:prstGeom prst="rect">
            <a:avLst/>
          </a:prstGeom>
          <a:gradFill>
            <a:gsLst>
              <a:gs pos="0">
                <a:srgbClr val="21DBAA"/>
              </a:gs>
              <a:gs pos="34000">
                <a:srgbClr val="00B4EF"/>
              </a:gs>
              <a:gs pos="67000">
                <a:srgbClr val="0768DD"/>
              </a:gs>
              <a:gs pos="100000">
                <a:srgbClr val="5F1AE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460" name="Shape 460"/>
        <p:cNvGrpSpPr/>
        <p:nvPr/>
      </p:nvGrpSpPr>
      <p:grpSpPr>
        <a:xfrm>
          <a:off x="0" y="0"/>
          <a:ext cx="0" cy="0"/>
          <a:chOff x="0" y="0"/>
          <a:chExt cx="0" cy="0"/>
        </a:xfrm>
      </p:grpSpPr>
      <p:sp>
        <p:nvSpPr>
          <p:cNvPr id="461" name="Google Shape;461;p6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462" name="Google Shape;462;p6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63" name="Google Shape;463;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64" name="Google Shape;464;p65"/>
          <p:cNvSpPr/>
          <p:nvPr/>
        </p:nvSpPr>
        <p:spPr>
          <a:xfrm rot="-5400000">
            <a:off x="1742696" y="1027682"/>
            <a:ext cx="45900" cy="372900"/>
          </a:xfrm>
          <a:prstGeom prst="rect">
            <a:avLst/>
          </a:prstGeom>
          <a:solidFill>
            <a:srgbClr val="076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5"/>
          <p:cNvSpPr/>
          <p:nvPr/>
        </p:nvSpPr>
        <p:spPr>
          <a:xfrm rot="-5400000">
            <a:off x="995392" y="1026182"/>
            <a:ext cx="45900" cy="375900"/>
          </a:xfrm>
          <a:prstGeom prst="rect">
            <a:avLst/>
          </a:prstGeom>
          <a:solidFill>
            <a:srgbClr val="21DB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5"/>
          <p:cNvSpPr/>
          <p:nvPr/>
        </p:nvSpPr>
        <p:spPr>
          <a:xfrm rot="-5400000">
            <a:off x="1369796" y="1027682"/>
            <a:ext cx="45900" cy="372900"/>
          </a:xfrm>
          <a:prstGeom prst="rect">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5"/>
          <p:cNvSpPr/>
          <p:nvPr/>
        </p:nvSpPr>
        <p:spPr>
          <a:xfrm rot="-5400000">
            <a:off x="2117092" y="1026182"/>
            <a:ext cx="45900" cy="375900"/>
          </a:xfrm>
          <a:prstGeom prst="rect">
            <a:avLst/>
          </a:prstGeom>
          <a:solidFill>
            <a:srgbClr val="5F1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5"/>
          <p:cNvSpPr/>
          <p:nvPr/>
        </p:nvSpPr>
        <p:spPr>
          <a:xfrm>
            <a:off x="0" y="-2625"/>
            <a:ext cx="9175800" cy="323400"/>
          </a:xfrm>
          <a:prstGeom prst="rect">
            <a:avLst/>
          </a:prstGeom>
          <a:gradFill>
            <a:gsLst>
              <a:gs pos="0">
                <a:srgbClr val="21DBAA"/>
              </a:gs>
              <a:gs pos="34000">
                <a:srgbClr val="00B4EF"/>
              </a:gs>
              <a:gs pos="67000">
                <a:srgbClr val="0768DD"/>
              </a:gs>
              <a:gs pos="100000">
                <a:srgbClr val="5F1AE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9" name="Google Shape;469;p65"/>
          <p:cNvPicPr preferRelativeResize="0"/>
          <p:nvPr/>
        </p:nvPicPr>
        <p:blipFill>
          <a:blip r:embed="rId2">
            <a:alphaModFix/>
          </a:blip>
          <a:stretch>
            <a:fillRect/>
          </a:stretch>
        </p:blipFill>
        <p:spPr>
          <a:xfrm>
            <a:off x="8164375" y="414649"/>
            <a:ext cx="890758" cy="253599"/>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1 1 1">
  <p:cSld name="SECTION_HEADER_1_1_1_1">
    <p:bg>
      <p:bgPr>
        <a:solidFill>
          <a:srgbClr val="5F1AE5"/>
        </a:solidFill>
      </p:bgPr>
    </p:bg>
    <p:spTree>
      <p:nvGrpSpPr>
        <p:cNvPr id="470" name="Shape 470"/>
        <p:cNvGrpSpPr/>
        <p:nvPr/>
      </p:nvGrpSpPr>
      <p:grpSpPr>
        <a:xfrm>
          <a:off x="0" y="0"/>
          <a:ext cx="0" cy="0"/>
          <a:chOff x="0" y="0"/>
          <a:chExt cx="0" cy="0"/>
        </a:xfrm>
      </p:grpSpPr>
      <p:grpSp>
        <p:nvGrpSpPr>
          <p:cNvPr id="471" name="Google Shape;471;p66"/>
          <p:cNvGrpSpPr/>
          <p:nvPr/>
        </p:nvGrpSpPr>
        <p:grpSpPr>
          <a:xfrm>
            <a:off x="830392" y="1191256"/>
            <a:ext cx="745763" cy="45826"/>
            <a:chOff x="4580561" y="2589004"/>
            <a:chExt cx="1064464" cy="25200"/>
          </a:xfrm>
        </p:grpSpPr>
        <p:sp>
          <p:nvSpPr>
            <p:cNvPr id="472" name="Google Shape;472;p6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 name="Google Shape;474;p66"/>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475" name="Google Shape;475;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_1">
  <p:cSld name="TITLE_AND_TWO_COLUMNS_1">
    <p:spTree>
      <p:nvGrpSpPr>
        <p:cNvPr id="476" name="Shape 476"/>
        <p:cNvGrpSpPr/>
        <p:nvPr/>
      </p:nvGrpSpPr>
      <p:grpSpPr>
        <a:xfrm>
          <a:off x="0" y="0"/>
          <a:ext cx="0" cy="0"/>
          <a:chOff x="0" y="0"/>
          <a:chExt cx="0" cy="0"/>
        </a:xfrm>
      </p:grpSpPr>
      <p:sp>
        <p:nvSpPr>
          <p:cNvPr id="477" name="Google Shape;477;p6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p:txBody>
      </p:sp>
      <p:sp>
        <p:nvSpPr>
          <p:cNvPr id="478" name="Google Shape;478;p6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79" name="Google Shape;479;p6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80" name="Google Shape;480;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81" name="Google Shape;481;p67"/>
          <p:cNvSpPr/>
          <p:nvPr/>
        </p:nvSpPr>
        <p:spPr>
          <a:xfrm rot="-5400000">
            <a:off x="1742696" y="1027682"/>
            <a:ext cx="45900" cy="372900"/>
          </a:xfrm>
          <a:prstGeom prst="rect">
            <a:avLst/>
          </a:prstGeom>
          <a:solidFill>
            <a:srgbClr val="076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7"/>
          <p:cNvSpPr/>
          <p:nvPr/>
        </p:nvSpPr>
        <p:spPr>
          <a:xfrm rot="-5400000">
            <a:off x="995392" y="1026182"/>
            <a:ext cx="45900" cy="375900"/>
          </a:xfrm>
          <a:prstGeom prst="rect">
            <a:avLst/>
          </a:prstGeom>
          <a:solidFill>
            <a:srgbClr val="21DB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67"/>
          <p:cNvSpPr/>
          <p:nvPr/>
        </p:nvSpPr>
        <p:spPr>
          <a:xfrm rot="-5400000">
            <a:off x="1369796" y="1027682"/>
            <a:ext cx="45900" cy="372900"/>
          </a:xfrm>
          <a:prstGeom prst="rect">
            <a:avLst/>
          </a:prstGeom>
          <a:solidFill>
            <a:srgbClr val="00B4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7"/>
          <p:cNvSpPr/>
          <p:nvPr/>
        </p:nvSpPr>
        <p:spPr>
          <a:xfrm rot="-5400000">
            <a:off x="2117092" y="1026182"/>
            <a:ext cx="45900" cy="375900"/>
          </a:xfrm>
          <a:prstGeom prst="rect">
            <a:avLst/>
          </a:prstGeom>
          <a:solidFill>
            <a:srgbClr val="5F1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7"/>
          <p:cNvSpPr/>
          <p:nvPr/>
        </p:nvSpPr>
        <p:spPr>
          <a:xfrm>
            <a:off x="0" y="-2625"/>
            <a:ext cx="9175800" cy="323400"/>
          </a:xfrm>
          <a:prstGeom prst="rect">
            <a:avLst/>
          </a:prstGeom>
          <a:gradFill>
            <a:gsLst>
              <a:gs pos="0">
                <a:srgbClr val="21DBAA"/>
              </a:gs>
              <a:gs pos="34000">
                <a:srgbClr val="00B4EF"/>
              </a:gs>
              <a:gs pos="67000">
                <a:srgbClr val="0768DD"/>
              </a:gs>
              <a:gs pos="100000">
                <a:srgbClr val="5F1AE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6" name="Google Shape;486;p67"/>
          <p:cNvPicPr preferRelativeResize="0"/>
          <p:nvPr/>
        </p:nvPicPr>
        <p:blipFill>
          <a:blip r:embed="rId2">
            <a:alphaModFix/>
          </a:blip>
          <a:stretch>
            <a:fillRect/>
          </a:stretch>
        </p:blipFill>
        <p:spPr>
          <a:xfrm>
            <a:off x="8164375" y="414649"/>
            <a:ext cx="890758" cy="253599"/>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487" name="Shape 487"/>
        <p:cNvGrpSpPr/>
        <p:nvPr/>
      </p:nvGrpSpPr>
      <p:grpSpPr>
        <a:xfrm>
          <a:off x="0" y="0"/>
          <a:ext cx="0" cy="0"/>
          <a:chOff x="0" y="0"/>
          <a:chExt cx="0" cy="0"/>
        </a:xfrm>
      </p:grpSpPr>
      <p:sp>
        <p:nvSpPr>
          <p:cNvPr id="488" name="Google Shape;488;p6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89" name="Google Shape;489;p6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0" name="Google Shape;490;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91" name="Shape 491"/>
        <p:cNvGrpSpPr/>
        <p:nvPr/>
      </p:nvGrpSpPr>
      <p:grpSpPr>
        <a:xfrm>
          <a:off x="0" y="0"/>
          <a:ext cx="0" cy="0"/>
          <a:chOff x="0" y="0"/>
          <a:chExt cx="0" cy="0"/>
        </a:xfrm>
      </p:grpSpPr>
      <p:sp>
        <p:nvSpPr>
          <p:cNvPr id="492" name="Google Shape;492;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3" name="Google Shape;493;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94" name="Google Shape;494;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495" name="Shape 495"/>
        <p:cNvGrpSpPr/>
        <p:nvPr/>
      </p:nvGrpSpPr>
      <p:grpSpPr>
        <a:xfrm>
          <a:off x="0" y="0"/>
          <a:ext cx="0" cy="0"/>
          <a:chOff x="0" y="0"/>
          <a:chExt cx="0" cy="0"/>
        </a:xfrm>
      </p:grpSpPr>
      <p:sp>
        <p:nvSpPr>
          <p:cNvPr id="496" name="Google Shape;496;p7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97" name="Google Shape;497;p7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98" name="Google Shape;498;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70" Type="http://schemas.openxmlformats.org/officeDocument/2006/relationships/theme" Target="../theme/theme2.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Roboto Black"/>
              <a:buNone/>
              <a:defRPr sz="2800">
                <a:solidFill>
                  <a:schemeClr val="dk1"/>
                </a:solidFill>
                <a:latin typeface="Roboto Black"/>
                <a:ea typeface="Roboto Black"/>
                <a:cs typeface="Roboto Black"/>
                <a:sym typeface="Roboto Blac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Medium"/>
              <a:buChar char="●"/>
              <a:defRPr sz="1800">
                <a:solidFill>
                  <a:schemeClr val="dk2"/>
                </a:solidFill>
                <a:latin typeface="Roboto Medium"/>
                <a:ea typeface="Roboto Medium"/>
                <a:cs typeface="Roboto Medium"/>
                <a:sym typeface="Roboto Medium"/>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Light"/>
              <a:buChar char="■"/>
              <a:defRPr>
                <a:solidFill>
                  <a:schemeClr val="dk2"/>
                </a:solidFill>
                <a:latin typeface="Roboto Light"/>
                <a:ea typeface="Roboto Light"/>
                <a:cs typeface="Roboto Light"/>
                <a:sym typeface="Roboto Light"/>
              </a:defRPr>
            </a:lvl3pPr>
            <a:lvl4pPr indent="-317500" lvl="3" marL="1828800">
              <a:lnSpc>
                <a:spcPct val="115000"/>
              </a:lnSpc>
              <a:spcBef>
                <a:spcPts val="1600"/>
              </a:spcBef>
              <a:spcAft>
                <a:spcPts val="0"/>
              </a:spcAft>
              <a:buClr>
                <a:schemeClr val="dk2"/>
              </a:buClr>
              <a:buSzPts val="1400"/>
              <a:buFont typeface="Roboto Thin"/>
              <a:buChar char="●"/>
              <a:defRPr>
                <a:solidFill>
                  <a:schemeClr val="dk2"/>
                </a:solidFill>
                <a:latin typeface="Roboto Thin"/>
                <a:ea typeface="Roboto Thin"/>
                <a:cs typeface="Roboto Thin"/>
                <a:sym typeface="Roboto Thin"/>
              </a:defRPr>
            </a:lvl4pPr>
            <a:lvl5pPr indent="-317500" lvl="4" marL="2286000">
              <a:lnSpc>
                <a:spcPct val="115000"/>
              </a:lnSpc>
              <a:spcBef>
                <a:spcPts val="1600"/>
              </a:spcBef>
              <a:spcAft>
                <a:spcPts val="0"/>
              </a:spcAft>
              <a:buClr>
                <a:schemeClr val="dk2"/>
              </a:buClr>
              <a:buSzPts val="1400"/>
              <a:buFont typeface="Roboto Thin"/>
              <a:buChar char="○"/>
              <a:defRPr>
                <a:solidFill>
                  <a:schemeClr val="dk2"/>
                </a:solidFill>
                <a:latin typeface="Roboto Thin"/>
                <a:ea typeface="Roboto Thin"/>
                <a:cs typeface="Roboto Thin"/>
                <a:sym typeface="Roboto Thin"/>
              </a:defRPr>
            </a:lvl5pPr>
            <a:lvl6pPr indent="-317500" lvl="5" marL="2743200">
              <a:lnSpc>
                <a:spcPct val="115000"/>
              </a:lnSpc>
              <a:spcBef>
                <a:spcPts val="1600"/>
              </a:spcBef>
              <a:spcAft>
                <a:spcPts val="0"/>
              </a:spcAft>
              <a:buClr>
                <a:schemeClr val="dk2"/>
              </a:buClr>
              <a:buSzPts val="1400"/>
              <a:buFont typeface="Roboto Thin"/>
              <a:buChar char="■"/>
              <a:defRPr>
                <a:solidFill>
                  <a:schemeClr val="dk2"/>
                </a:solidFill>
                <a:latin typeface="Roboto Thin"/>
                <a:ea typeface="Roboto Thin"/>
                <a:cs typeface="Roboto Thin"/>
                <a:sym typeface="Roboto Thin"/>
              </a:defRPr>
            </a:lvl6pPr>
            <a:lvl7pPr indent="-317500" lvl="6" marL="3200400">
              <a:lnSpc>
                <a:spcPct val="115000"/>
              </a:lnSpc>
              <a:spcBef>
                <a:spcPts val="1600"/>
              </a:spcBef>
              <a:spcAft>
                <a:spcPts val="0"/>
              </a:spcAft>
              <a:buClr>
                <a:schemeClr val="dk2"/>
              </a:buClr>
              <a:buSzPts val="1400"/>
              <a:buFont typeface="Roboto Thin"/>
              <a:buChar char="●"/>
              <a:defRPr>
                <a:solidFill>
                  <a:schemeClr val="dk2"/>
                </a:solidFill>
                <a:latin typeface="Roboto Thin"/>
                <a:ea typeface="Roboto Thin"/>
                <a:cs typeface="Roboto Thin"/>
                <a:sym typeface="Roboto Thin"/>
              </a:defRPr>
            </a:lvl7pPr>
            <a:lvl8pPr indent="-317500" lvl="7" marL="3657600">
              <a:lnSpc>
                <a:spcPct val="115000"/>
              </a:lnSpc>
              <a:spcBef>
                <a:spcPts val="1600"/>
              </a:spcBef>
              <a:spcAft>
                <a:spcPts val="0"/>
              </a:spcAft>
              <a:buClr>
                <a:schemeClr val="dk2"/>
              </a:buClr>
              <a:buSzPts val="1400"/>
              <a:buFont typeface="Roboto Thin"/>
              <a:buChar char="○"/>
              <a:defRPr>
                <a:solidFill>
                  <a:schemeClr val="dk2"/>
                </a:solidFill>
                <a:latin typeface="Roboto Thin"/>
                <a:ea typeface="Roboto Thin"/>
                <a:cs typeface="Roboto Thin"/>
                <a:sym typeface="Roboto Thin"/>
              </a:defRPr>
            </a:lvl8pPr>
            <a:lvl9pPr indent="-317500" lvl="8" marL="4114800">
              <a:lnSpc>
                <a:spcPct val="115000"/>
              </a:lnSpc>
              <a:spcBef>
                <a:spcPts val="1600"/>
              </a:spcBef>
              <a:spcAft>
                <a:spcPts val="1600"/>
              </a:spcAft>
              <a:buClr>
                <a:schemeClr val="dk2"/>
              </a:buClr>
              <a:buSzPts val="1400"/>
              <a:buFont typeface="Roboto Thin"/>
              <a:buChar char="■"/>
              <a:defRPr>
                <a:solidFill>
                  <a:schemeClr val="dk2"/>
                </a:solidFill>
                <a:latin typeface="Roboto Thin"/>
                <a:ea typeface="Roboto Thin"/>
                <a:cs typeface="Roboto Thin"/>
                <a:sym typeface="Roboto Th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xml"/><Relationship Id="rId3" Type="http://schemas.openxmlformats.org/officeDocument/2006/relationships/hyperlink" Target="https://www.qualtrics.com/support/survey-platform/survey-module/survey-flow/advanced-elements/reference-survey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xml"/><Relationship Id="rId3" Type="http://schemas.openxmlformats.org/officeDocument/2006/relationships/hyperlink" Target="https://qresearchservices.ca1.qualtrics.com/Q/EditSection/Blocks?ContextSurveyID=SV_6zGs3JoRGFGP2k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2.xml"/><Relationship Id="rId3"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8.xml"/><Relationship Id="rId3" Type="http://schemas.openxmlformats.org/officeDocument/2006/relationships/hyperlink" Target="https://docs.google.com/spreadsheets/u/1/d/192q6Ep3LHP9HIAh6YHhEAE3w0m56dUmsz0Mnu-oy6A4/edit#gid=547990687"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19.xml"/><Relationship Id="rId3" Type="http://schemas.openxmlformats.org/officeDocument/2006/relationships/hyperlink" Target="https://www.qualtrics.com/support/survey-platform/survey-module/survey-flow/advanced-elements/reference-survey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1.xml"/><Relationship Id="rId3" Type="http://schemas.openxmlformats.org/officeDocument/2006/relationships/hyperlink" Target="https://www.qualtrics.com/support/survey-platform/survey-module/survey-flow/advanced-elements/reference-survey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1"/>
          <p:cNvSpPr txBox="1"/>
          <p:nvPr>
            <p:ph type="title"/>
          </p:nvPr>
        </p:nvSpPr>
        <p:spPr>
          <a:xfrm>
            <a:off x="586800" y="3210625"/>
            <a:ext cx="6764700" cy="151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TC Typing Tool Training</a:t>
            </a:r>
            <a:endParaRPr sz="3000"/>
          </a:p>
          <a:p>
            <a:pPr indent="0" lvl="0" marL="0" rtl="0" algn="l">
              <a:spcBef>
                <a:spcPts val="0"/>
              </a:spcBef>
              <a:spcAft>
                <a:spcPts val="0"/>
              </a:spcAft>
              <a:buNone/>
            </a:pPr>
            <a:r>
              <a:t/>
            </a:r>
            <a:endParaRPr sz="3000"/>
          </a:p>
          <a:p>
            <a:pPr indent="0" lvl="0" marL="0" rtl="0" algn="l">
              <a:spcBef>
                <a:spcPts val="0"/>
              </a:spcBef>
              <a:spcAft>
                <a:spcPts val="0"/>
              </a:spcAft>
              <a:buNone/>
            </a:pPr>
            <a:r>
              <a:rPr lang="en" sz="2400">
                <a:latin typeface="Roboto Light"/>
                <a:ea typeface="Roboto Light"/>
                <a:cs typeface="Roboto Light"/>
                <a:sym typeface="Roboto Light"/>
              </a:rPr>
              <a:t>September 2021</a:t>
            </a:r>
            <a:endParaRPr sz="2400">
              <a:latin typeface="Roboto Light"/>
              <a:ea typeface="Roboto Light"/>
              <a:cs typeface="Roboto Light"/>
              <a:sym typeface="Robo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2"/>
          <p:cNvSpPr txBox="1"/>
          <p:nvPr>
            <p:ph type="title"/>
          </p:nvPr>
        </p:nvSpPr>
        <p:spPr>
          <a:xfrm>
            <a:off x="304025" y="361200"/>
            <a:ext cx="51744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Typing Tool? </a:t>
            </a:r>
            <a:endParaRPr/>
          </a:p>
        </p:txBody>
      </p:sp>
      <p:sp>
        <p:nvSpPr>
          <p:cNvPr id="509" name="Google Shape;509;p72"/>
          <p:cNvSpPr txBox="1"/>
          <p:nvPr>
            <p:ph idx="2" type="body"/>
          </p:nvPr>
        </p:nvSpPr>
        <p:spPr>
          <a:xfrm>
            <a:off x="741775" y="1923225"/>
            <a:ext cx="3660900" cy="259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434343"/>
                </a:solidFill>
                <a:latin typeface="Roboto"/>
                <a:ea typeface="Roboto"/>
                <a:cs typeface="Roboto"/>
                <a:sym typeface="Roboto"/>
              </a:rPr>
              <a:t>A typing tool is a set of questions for classifying new respondents into existing segments, it contains the following:</a:t>
            </a:r>
            <a:endParaRPr sz="1400">
              <a:solidFill>
                <a:srgbClr val="434343"/>
              </a:solidFill>
              <a:latin typeface="Roboto"/>
              <a:ea typeface="Roboto"/>
              <a:cs typeface="Roboto"/>
              <a:sym typeface="Roboto"/>
            </a:endParaRPr>
          </a:p>
          <a:p>
            <a:pPr indent="-317500" lvl="0" marL="457200" rtl="0" algn="l">
              <a:spcBef>
                <a:spcPts val="1600"/>
              </a:spcBef>
              <a:spcAft>
                <a:spcPts val="0"/>
              </a:spcAft>
              <a:buClr>
                <a:srgbClr val="434343"/>
              </a:buClr>
              <a:buSzPts val="1400"/>
              <a:buFont typeface="Roboto"/>
              <a:buAutoNum type="arabicPeriod"/>
            </a:pPr>
            <a:r>
              <a:rPr lang="en" sz="1400">
                <a:solidFill>
                  <a:srgbClr val="434343"/>
                </a:solidFill>
                <a:latin typeface="Roboto"/>
                <a:ea typeface="Roboto"/>
                <a:cs typeface="Roboto"/>
                <a:sym typeface="Roboto"/>
              </a:rPr>
              <a:t>A set of questions </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AutoNum type="arabicPeriod"/>
            </a:pPr>
            <a:r>
              <a:rPr lang="en" sz="1400">
                <a:solidFill>
                  <a:srgbClr val="434343"/>
                </a:solidFill>
                <a:latin typeface="Roboto"/>
                <a:ea typeface="Roboto"/>
                <a:cs typeface="Roboto"/>
                <a:sym typeface="Roboto"/>
              </a:rPr>
              <a:t>A set of algorithms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AutoNum type="arabicPeriod"/>
            </a:pPr>
            <a:r>
              <a:rPr lang="en" sz="1400">
                <a:solidFill>
                  <a:srgbClr val="434343"/>
                </a:solidFill>
                <a:latin typeface="Roboto"/>
                <a:ea typeface="Roboto"/>
                <a:cs typeface="Roboto"/>
                <a:sym typeface="Roboto"/>
              </a:rPr>
              <a:t>Outputs/Segments</a:t>
            </a:r>
            <a:endParaRPr sz="1400">
              <a:solidFill>
                <a:srgbClr val="434343"/>
              </a:solidFill>
              <a:latin typeface="Roboto"/>
              <a:ea typeface="Roboto"/>
              <a:cs typeface="Roboto"/>
              <a:sym typeface="Roboto"/>
            </a:endParaRPr>
          </a:p>
        </p:txBody>
      </p:sp>
      <p:sp>
        <p:nvSpPr>
          <p:cNvPr id="510" name="Google Shape;510;p72"/>
          <p:cNvSpPr/>
          <p:nvPr/>
        </p:nvSpPr>
        <p:spPr>
          <a:xfrm>
            <a:off x="5478417" y="4206300"/>
            <a:ext cx="3305700" cy="669000"/>
          </a:xfrm>
          <a:prstGeom prst="chevron">
            <a:avLst>
              <a:gd fmla="val 50000" name="adj"/>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Respondent gets assigned to a segment/group based on how they answered the questions</a:t>
            </a:r>
            <a:endParaRPr>
              <a:solidFill>
                <a:srgbClr val="FFFFFF"/>
              </a:solidFill>
              <a:latin typeface="Roboto"/>
              <a:ea typeface="Roboto"/>
              <a:cs typeface="Roboto"/>
              <a:sym typeface="Roboto"/>
            </a:endParaRPr>
          </a:p>
        </p:txBody>
      </p:sp>
      <p:sp>
        <p:nvSpPr>
          <p:cNvPr id="511" name="Google Shape;511;p72"/>
          <p:cNvSpPr/>
          <p:nvPr/>
        </p:nvSpPr>
        <p:spPr>
          <a:xfrm>
            <a:off x="5433925" y="1452564"/>
            <a:ext cx="3546900" cy="669000"/>
          </a:xfrm>
          <a:prstGeom prst="homePlate">
            <a:avLst>
              <a:gd fmla="val 50000" name="adj"/>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Respondent enters the survey, answer the survey questions </a:t>
            </a:r>
            <a:endParaRPr>
              <a:solidFill>
                <a:srgbClr val="FFFFFF"/>
              </a:solidFill>
              <a:latin typeface="Roboto"/>
              <a:ea typeface="Roboto"/>
              <a:cs typeface="Roboto"/>
              <a:sym typeface="Roboto"/>
            </a:endParaRPr>
          </a:p>
        </p:txBody>
      </p:sp>
      <p:sp>
        <p:nvSpPr>
          <p:cNvPr id="512" name="Google Shape;512;p72"/>
          <p:cNvSpPr/>
          <p:nvPr/>
        </p:nvSpPr>
        <p:spPr>
          <a:xfrm>
            <a:off x="5478429" y="2858138"/>
            <a:ext cx="3305700" cy="669000"/>
          </a:xfrm>
          <a:prstGeom prst="chevron">
            <a:avLst>
              <a:gd fmla="val 50000" name="adj"/>
            </a:avLst>
          </a:prstGeom>
          <a:solidFill>
            <a:srgbClr val="0000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Algorithms working in the back</a:t>
            </a:r>
            <a:endParaRPr>
              <a:solidFill>
                <a:srgbClr val="FFFFFF"/>
              </a:solidFill>
              <a:latin typeface="Roboto"/>
              <a:ea typeface="Roboto"/>
              <a:cs typeface="Roboto"/>
              <a:sym typeface="Roboto"/>
            </a:endParaRPr>
          </a:p>
        </p:txBody>
      </p:sp>
      <p:sp>
        <p:nvSpPr>
          <p:cNvPr id="513" name="Google Shape;513;p72"/>
          <p:cNvSpPr/>
          <p:nvPr/>
        </p:nvSpPr>
        <p:spPr>
          <a:xfrm>
            <a:off x="6911575" y="2224000"/>
            <a:ext cx="372600" cy="560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2"/>
          <p:cNvSpPr/>
          <p:nvPr/>
        </p:nvSpPr>
        <p:spPr>
          <a:xfrm>
            <a:off x="6911575" y="3586513"/>
            <a:ext cx="372600" cy="5604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3"/>
          <p:cNvSpPr txBox="1"/>
          <p:nvPr>
            <p:ph type="title"/>
          </p:nvPr>
        </p:nvSpPr>
        <p:spPr>
          <a:xfrm>
            <a:off x="372500" y="419650"/>
            <a:ext cx="70431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Do We Program Typing Tools?</a:t>
            </a:r>
            <a:endParaRPr/>
          </a:p>
        </p:txBody>
      </p:sp>
      <p:sp>
        <p:nvSpPr>
          <p:cNvPr id="520" name="Google Shape;520;p73"/>
          <p:cNvSpPr txBox="1"/>
          <p:nvPr>
            <p:ph idx="2" type="body"/>
          </p:nvPr>
        </p:nvSpPr>
        <p:spPr>
          <a:xfrm>
            <a:off x="372500" y="1549200"/>
            <a:ext cx="8606700" cy="22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34343"/>
                </a:solidFill>
                <a:latin typeface="Roboto"/>
                <a:ea typeface="Roboto"/>
                <a:cs typeface="Roboto"/>
                <a:sym typeface="Roboto"/>
              </a:rPr>
              <a:t>The biggest advantage for programming typing tools is that respondents will get assigned to a segment in real time. </a:t>
            </a:r>
            <a:endParaRPr>
              <a:solidFill>
                <a:srgbClr val="434343"/>
              </a:solidFill>
              <a:latin typeface="Roboto"/>
              <a:ea typeface="Roboto"/>
              <a:cs typeface="Roboto"/>
              <a:sym typeface="Roboto"/>
            </a:endParaRPr>
          </a:p>
          <a:p>
            <a:pPr indent="-304800" lvl="0" marL="457200" rtl="0" algn="l">
              <a:spcBef>
                <a:spcPts val="1600"/>
              </a:spcBef>
              <a:spcAft>
                <a:spcPts val="0"/>
              </a:spcAft>
              <a:buClr>
                <a:srgbClr val="434343"/>
              </a:buClr>
              <a:buSzPts val="1200"/>
              <a:buFont typeface="Roboto"/>
              <a:buChar char="●"/>
            </a:pPr>
            <a:r>
              <a:rPr lang="en">
                <a:solidFill>
                  <a:srgbClr val="434343"/>
                </a:solidFill>
                <a:latin typeface="Roboto"/>
                <a:ea typeface="Roboto"/>
                <a:cs typeface="Roboto"/>
                <a:sym typeface="Roboto"/>
              </a:rPr>
              <a:t>Better user experience than an Excel document (which is how they typically come in) </a:t>
            </a:r>
            <a:endParaRPr>
              <a:solidFill>
                <a:srgbClr val="434343"/>
              </a:solidFill>
              <a:latin typeface="Roboto"/>
              <a:ea typeface="Roboto"/>
              <a:cs typeface="Roboto"/>
              <a:sym typeface="Roboto"/>
            </a:endParaRPr>
          </a:p>
          <a:p>
            <a:pPr indent="-304800" lvl="0" marL="457200" rtl="0" algn="l">
              <a:spcBef>
                <a:spcPts val="0"/>
              </a:spcBef>
              <a:spcAft>
                <a:spcPts val="0"/>
              </a:spcAft>
              <a:buClr>
                <a:srgbClr val="434343"/>
              </a:buClr>
              <a:buSzPts val="1200"/>
              <a:buFont typeface="Roboto"/>
              <a:buChar char="●"/>
            </a:pPr>
            <a:r>
              <a:rPr lang="en">
                <a:solidFill>
                  <a:srgbClr val="434343"/>
                </a:solidFill>
                <a:latin typeface="Roboto"/>
                <a:ea typeface="Roboto"/>
                <a:cs typeface="Roboto"/>
                <a:sym typeface="Roboto"/>
              </a:rPr>
              <a:t>There is no matching database from multiple platforms </a:t>
            </a:r>
            <a:endParaRPr>
              <a:solidFill>
                <a:srgbClr val="434343"/>
              </a:solidFill>
              <a:latin typeface="Roboto"/>
              <a:ea typeface="Roboto"/>
              <a:cs typeface="Roboto"/>
              <a:sym typeface="Roboto"/>
            </a:endParaRPr>
          </a:p>
          <a:p>
            <a:pPr indent="-304800" lvl="0" marL="457200" rtl="0" algn="l">
              <a:spcBef>
                <a:spcPts val="0"/>
              </a:spcBef>
              <a:spcAft>
                <a:spcPts val="0"/>
              </a:spcAft>
              <a:buClr>
                <a:srgbClr val="434343"/>
              </a:buClr>
              <a:buSzPts val="1200"/>
              <a:buFont typeface="Roboto"/>
              <a:buChar char="●"/>
            </a:pPr>
            <a:r>
              <a:rPr lang="en">
                <a:solidFill>
                  <a:srgbClr val="434343"/>
                </a:solidFill>
                <a:latin typeface="Roboto"/>
                <a:ea typeface="Roboto"/>
                <a:cs typeface="Roboto"/>
                <a:sym typeface="Roboto"/>
              </a:rPr>
              <a:t>Clients do not have to download and upload data multiple times </a:t>
            </a:r>
            <a:endParaRPr>
              <a:solidFill>
                <a:srgbClr val="434343"/>
              </a:solidFill>
              <a:latin typeface="Roboto"/>
              <a:ea typeface="Roboto"/>
              <a:cs typeface="Roboto"/>
              <a:sym typeface="Roboto"/>
            </a:endParaRPr>
          </a:p>
          <a:p>
            <a:pPr indent="-304800" lvl="0" marL="457200" rtl="0" algn="l">
              <a:spcBef>
                <a:spcPts val="0"/>
              </a:spcBef>
              <a:spcAft>
                <a:spcPts val="0"/>
              </a:spcAft>
              <a:buClr>
                <a:srgbClr val="434343"/>
              </a:buClr>
              <a:buSzPts val="1200"/>
              <a:buFont typeface="Roboto"/>
              <a:buChar char="●"/>
            </a:pPr>
            <a:r>
              <a:rPr lang="en">
                <a:solidFill>
                  <a:srgbClr val="434343"/>
                </a:solidFill>
                <a:latin typeface="Roboto"/>
                <a:ea typeface="Roboto"/>
                <a:cs typeface="Roboto"/>
                <a:sym typeface="Roboto"/>
              </a:rPr>
              <a:t>It saves clients both time and effort in the backend analyses </a:t>
            </a:r>
            <a:endParaRPr>
              <a:solidFill>
                <a:srgbClr val="434343"/>
              </a:solidFill>
              <a:latin typeface="Roboto"/>
              <a:ea typeface="Roboto"/>
              <a:cs typeface="Roboto"/>
              <a:sym typeface="Roboto"/>
            </a:endParaRPr>
          </a:p>
          <a:p>
            <a:pPr indent="-304800" lvl="0" marL="457200" rtl="0" algn="l">
              <a:spcBef>
                <a:spcPts val="0"/>
              </a:spcBef>
              <a:spcAft>
                <a:spcPts val="0"/>
              </a:spcAft>
              <a:buClr>
                <a:srgbClr val="434343"/>
              </a:buClr>
              <a:buSzPts val="1200"/>
              <a:buFont typeface="Roboto"/>
              <a:buChar char="●"/>
            </a:pPr>
            <a:r>
              <a:rPr lang="en">
                <a:solidFill>
                  <a:srgbClr val="434343"/>
                </a:solidFill>
                <a:latin typeface="Roboto"/>
                <a:ea typeface="Roboto"/>
                <a:cs typeface="Roboto"/>
                <a:sym typeface="Roboto"/>
              </a:rPr>
              <a:t>The programmed typing tool can be used in multiple surveys </a:t>
            </a:r>
            <a:endParaRPr>
              <a:solidFill>
                <a:srgbClr val="434343"/>
              </a:solidFill>
              <a:latin typeface="Roboto"/>
              <a:ea typeface="Roboto"/>
              <a:cs typeface="Roboto"/>
              <a:sym typeface="Roboto"/>
            </a:endParaRPr>
          </a:p>
          <a:p>
            <a:pPr indent="0" lvl="0" marL="0" rtl="0" algn="l">
              <a:spcBef>
                <a:spcPts val="1600"/>
              </a:spcBef>
              <a:spcAft>
                <a:spcPts val="0"/>
              </a:spcAft>
              <a:buNone/>
            </a:pPr>
            <a:r>
              <a:rPr lang="en">
                <a:solidFill>
                  <a:srgbClr val="434343"/>
                </a:solidFill>
                <a:latin typeface="Roboto"/>
                <a:ea typeface="Roboto"/>
                <a:cs typeface="Roboto"/>
                <a:sym typeface="Roboto"/>
              </a:rPr>
              <a:t>Sometimes clients have quota requirements on each segment - without the typing tool programmed - this would not be possible. </a:t>
            </a:r>
            <a:endParaRPr>
              <a:solidFill>
                <a:srgbClr val="434343"/>
              </a:solidFill>
              <a:latin typeface="Roboto"/>
              <a:ea typeface="Roboto"/>
              <a:cs typeface="Roboto"/>
              <a:sym typeface="Roboto"/>
            </a:endParaRPr>
          </a:p>
          <a:p>
            <a:pPr indent="0" lvl="0" marL="0" rtl="0" algn="l">
              <a:spcBef>
                <a:spcPts val="1600"/>
              </a:spcBef>
              <a:spcAft>
                <a:spcPts val="1600"/>
              </a:spcAft>
              <a:buNone/>
            </a:pPr>
            <a:r>
              <a:rPr lang="en">
                <a:solidFill>
                  <a:srgbClr val="434343"/>
                </a:solidFill>
              </a:rPr>
              <a:t>	</a:t>
            </a:r>
            <a:endParaRPr>
              <a:solidFill>
                <a:srgbClr val="434343"/>
              </a:solidFill>
            </a:endParaRPr>
          </a:p>
        </p:txBody>
      </p:sp>
      <p:sp>
        <p:nvSpPr>
          <p:cNvPr id="521" name="Google Shape;521;p73"/>
          <p:cNvSpPr/>
          <p:nvPr/>
        </p:nvSpPr>
        <p:spPr>
          <a:xfrm>
            <a:off x="4493150" y="3589500"/>
            <a:ext cx="365400" cy="681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3"/>
          <p:cNvSpPr txBox="1"/>
          <p:nvPr/>
        </p:nvSpPr>
        <p:spPr>
          <a:xfrm>
            <a:off x="2031050" y="4217750"/>
            <a:ext cx="5289600" cy="5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It is important for us to program it right, so always QC the work! </a:t>
            </a:r>
            <a:endParaRPr>
              <a:latin typeface="Roboto Medium"/>
              <a:ea typeface="Roboto Medium"/>
              <a:cs typeface="Roboto Medium"/>
              <a:sym typeface="Robo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4"/>
          <p:cNvSpPr txBox="1"/>
          <p:nvPr>
            <p:ph type="title"/>
          </p:nvPr>
        </p:nvSpPr>
        <p:spPr>
          <a:xfrm>
            <a:off x="445550" y="389425"/>
            <a:ext cx="51744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Project Process</a:t>
            </a:r>
            <a:endParaRPr/>
          </a:p>
        </p:txBody>
      </p:sp>
      <p:sp>
        <p:nvSpPr>
          <p:cNvPr id="528" name="Google Shape;528;p74"/>
          <p:cNvSpPr txBox="1"/>
          <p:nvPr>
            <p:ph idx="2" type="body"/>
          </p:nvPr>
        </p:nvSpPr>
        <p:spPr>
          <a:xfrm>
            <a:off x="286950" y="1550800"/>
            <a:ext cx="8570100" cy="33585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300">
                <a:solidFill>
                  <a:srgbClr val="000000"/>
                </a:solidFill>
              </a:rPr>
              <a:t>Just like a typical programming project, w</a:t>
            </a:r>
            <a:r>
              <a:rPr lang="en" sz="1300">
                <a:solidFill>
                  <a:srgbClr val="000000"/>
                </a:solidFill>
              </a:rPr>
              <a:t>e build the typing tool in our own account and then once it is approved we transfer to the client’s account. </a:t>
            </a:r>
            <a:endParaRPr sz="1300">
              <a:solidFill>
                <a:srgbClr val="000000"/>
              </a:solidFill>
            </a:endParaRPr>
          </a:p>
          <a:p>
            <a:pPr indent="0" lvl="0" marL="0" marR="0" rtl="0" algn="l">
              <a:lnSpc>
                <a:spcPct val="115000"/>
              </a:lnSpc>
              <a:spcBef>
                <a:spcPts val="1600"/>
              </a:spcBef>
              <a:spcAft>
                <a:spcPts val="0"/>
              </a:spcAft>
              <a:buNone/>
            </a:pPr>
            <a:r>
              <a:rPr lang="en" sz="1300">
                <a:solidFill>
                  <a:srgbClr val="000000"/>
                </a:solidFill>
              </a:rPr>
              <a:t>The way we program typing tools is by using </a:t>
            </a:r>
            <a:r>
              <a:rPr b="1" lang="en" sz="1300">
                <a:solidFill>
                  <a:srgbClr val="000000"/>
                </a:solidFill>
                <a:latin typeface="Roboto"/>
                <a:ea typeface="Roboto"/>
                <a:cs typeface="Roboto"/>
                <a:sym typeface="Roboto"/>
              </a:rPr>
              <a:t>Survey Flow and Math Operations</a:t>
            </a:r>
            <a:r>
              <a:rPr lang="en" sz="1300">
                <a:solidFill>
                  <a:srgbClr val="000000"/>
                </a:solidFill>
              </a:rPr>
              <a:t>, another common way of programming typing tools is through </a:t>
            </a:r>
            <a:r>
              <a:rPr b="1" lang="en" sz="1300">
                <a:solidFill>
                  <a:srgbClr val="000000"/>
                </a:solidFill>
                <a:latin typeface="Roboto"/>
                <a:ea typeface="Roboto"/>
                <a:cs typeface="Roboto"/>
                <a:sym typeface="Roboto"/>
              </a:rPr>
              <a:t>Java Scripts</a:t>
            </a:r>
            <a:r>
              <a:rPr lang="en" sz="1300">
                <a:solidFill>
                  <a:srgbClr val="000000"/>
                </a:solidFill>
              </a:rPr>
              <a:t>, but our team currently do not handle this method. </a:t>
            </a:r>
            <a:endParaRPr sz="1300">
              <a:solidFill>
                <a:srgbClr val="000000"/>
              </a:solidFill>
            </a:endParaRPr>
          </a:p>
          <a:p>
            <a:pPr indent="0" lvl="0" marL="0" marR="0" rtl="0" algn="l">
              <a:lnSpc>
                <a:spcPct val="115000"/>
              </a:lnSpc>
              <a:spcBef>
                <a:spcPts val="1600"/>
              </a:spcBef>
              <a:spcAft>
                <a:spcPts val="0"/>
              </a:spcAft>
              <a:buNone/>
            </a:pPr>
            <a:r>
              <a:rPr lang="en" sz="1300">
                <a:solidFill>
                  <a:srgbClr val="000000"/>
                </a:solidFill>
              </a:rPr>
              <a:t>We often recommend using the </a:t>
            </a:r>
            <a:r>
              <a:rPr lang="en" sz="1300" u="sng">
                <a:solidFill>
                  <a:srgbClr val="000000"/>
                </a:solidFill>
                <a:hlinkClick r:id="rId3">
                  <a:extLst>
                    <a:ext uri="{A12FA001-AC4F-418D-AE19-62706E023703}">
                      <ahyp:hlinkClr val="tx"/>
                    </a:ext>
                  </a:extLst>
                </a:hlinkClick>
              </a:rPr>
              <a:t>Library Reference Survey</a:t>
            </a:r>
            <a:r>
              <a:rPr lang="en" sz="1300">
                <a:solidFill>
                  <a:srgbClr val="000000"/>
                </a:solidFill>
              </a:rPr>
              <a:t> feature. This is so that the typing tool can be used in multiple surveys and reduce the chance of the clients accidentally break something in the survey flow. </a:t>
            </a:r>
            <a:endParaRPr sz="1300">
              <a:solidFill>
                <a:srgbClr val="000000"/>
              </a:solidFill>
            </a:endParaRPr>
          </a:p>
          <a:p>
            <a:pPr indent="-311150" lvl="0" marL="457200" marR="0" rtl="0" algn="l">
              <a:lnSpc>
                <a:spcPct val="115000"/>
              </a:lnSpc>
              <a:spcBef>
                <a:spcPts val="1600"/>
              </a:spcBef>
              <a:spcAft>
                <a:spcPts val="0"/>
              </a:spcAft>
              <a:buClr>
                <a:srgbClr val="000000"/>
              </a:buClr>
              <a:buSzPts val="1300"/>
              <a:buChar char="●"/>
            </a:pPr>
            <a:r>
              <a:rPr lang="en" sz="1300">
                <a:solidFill>
                  <a:srgbClr val="000000"/>
                </a:solidFill>
              </a:rPr>
              <a:t>In order for this feature to work, all typing tool questions must be grouped together.  </a:t>
            </a:r>
            <a:endParaRPr sz="1300">
              <a:solidFill>
                <a:srgbClr val="000000"/>
              </a:solidFill>
            </a:endParaRPr>
          </a:p>
          <a:p>
            <a:pPr indent="-311150" lvl="0" marL="457200" marR="0" rtl="0" algn="l">
              <a:lnSpc>
                <a:spcPct val="115000"/>
              </a:lnSpc>
              <a:spcBef>
                <a:spcPts val="0"/>
              </a:spcBef>
              <a:spcAft>
                <a:spcPts val="0"/>
              </a:spcAft>
              <a:buClr>
                <a:srgbClr val="000000"/>
              </a:buClr>
              <a:buSzPts val="1300"/>
              <a:buChar char="●"/>
            </a:pPr>
            <a:r>
              <a:rPr lang="en" sz="1300">
                <a:solidFill>
                  <a:srgbClr val="000000"/>
                </a:solidFill>
              </a:rPr>
              <a:t>For some reason if the clients need to separate the typing tool questions among one survey, we can’t use the reference survey feature, and the typing tool can only be implemented in </a:t>
            </a:r>
            <a:r>
              <a:rPr b="1" lang="en" sz="1300">
                <a:solidFill>
                  <a:srgbClr val="000000"/>
                </a:solidFill>
                <a:latin typeface="Roboto"/>
                <a:ea typeface="Roboto"/>
                <a:cs typeface="Roboto"/>
                <a:sym typeface="Roboto"/>
              </a:rPr>
              <a:t>one </a:t>
            </a:r>
            <a:r>
              <a:rPr lang="en" sz="1300">
                <a:solidFill>
                  <a:srgbClr val="000000"/>
                </a:solidFill>
              </a:rPr>
              <a:t>survey instead of being used over and over again</a:t>
            </a:r>
            <a:endParaRPr sz="13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5"/>
          <p:cNvSpPr txBox="1"/>
          <p:nvPr>
            <p:ph type="title"/>
          </p:nvPr>
        </p:nvSpPr>
        <p:spPr>
          <a:xfrm>
            <a:off x="394425" y="288600"/>
            <a:ext cx="86799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 We Need Prior to Programming A Typing Tool </a:t>
            </a:r>
            <a:endParaRPr/>
          </a:p>
        </p:txBody>
      </p:sp>
      <p:sp>
        <p:nvSpPr>
          <p:cNvPr id="534" name="Google Shape;534;p75"/>
          <p:cNvSpPr txBox="1"/>
          <p:nvPr>
            <p:ph idx="2" type="body"/>
          </p:nvPr>
        </p:nvSpPr>
        <p:spPr>
          <a:xfrm>
            <a:off x="475275" y="1488300"/>
            <a:ext cx="8518200" cy="36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000000"/>
                </a:solidFill>
                <a:latin typeface="Roboto"/>
                <a:ea typeface="Roboto"/>
                <a:cs typeface="Roboto"/>
                <a:sym typeface="Roboto"/>
              </a:rPr>
              <a:t>Must Have</a:t>
            </a:r>
            <a:r>
              <a:rPr lang="en" sz="1100">
                <a:solidFill>
                  <a:srgbClr val="000000"/>
                </a:solidFill>
              </a:rPr>
              <a:t>: </a:t>
            </a:r>
            <a:endParaRPr sz="1100">
              <a:solidFill>
                <a:srgbClr val="000000"/>
              </a:solidFill>
            </a:endParaRPr>
          </a:p>
          <a:p>
            <a:pPr indent="-298450" lvl="0" marL="457200" rtl="0" algn="l">
              <a:spcBef>
                <a:spcPts val="1600"/>
              </a:spcBef>
              <a:spcAft>
                <a:spcPts val="0"/>
              </a:spcAft>
              <a:buClr>
                <a:srgbClr val="000000"/>
              </a:buClr>
              <a:buSzPts val="1100"/>
              <a:buAutoNum type="arabicPeriod"/>
            </a:pPr>
            <a:r>
              <a:rPr lang="en" sz="1100">
                <a:solidFill>
                  <a:srgbClr val="000000"/>
                </a:solidFill>
              </a:rPr>
              <a:t>Calculation a</a:t>
            </a:r>
            <a:r>
              <a:rPr lang="en" sz="1100">
                <a:solidFill>
                  <a:srgbClr val="000000"/>
                </a:solidFill>
              </a:rPr>
              <a:t>lgorithm</a:t>
            </a:r>
            <a:r>
              <a:rPr lang="en" sz="1100">
                <a:solidFill>
                  <a:srgbClr val="000000"/>
                </a:solidFill>
              </a:rPr>
              <a:t> guide  (e.g. How is each segment score being calculated, How do we decide the segment assignments)</a:t>
            </a:r>
            <a:endParaRPr sz="1100">
              <a:solidFill>
                <a:srgbClr val="000000"/>
              </a:solidFill>
            </a:endParaRPr>
          </a:p>
          <a:p>
            <a:pPr indent="-298450" lvl="0" marL="457200" rtl="0" algn="l">
              <a:spcBef>
                <a:spcPts val="0"/>
              </a:spcBef>
              <a:spcAft>
                <a:spcPts val="0"/>
              </a:spcAft>
              <a:buClr>
                <a:srgbClr val="000000"/>
              </a:buClr>
              <a:buSzPts val="1100"/>
              <a:buAutoNum type="arabicPeriod"/>
            </a:pPr>
            <a:r>
              <a:rPr lang="en" sz="1100">
                <a:solidFill>
                  <a:srgbClr val="000000"/>
                </a:solidFill>
              </a:rPr>
              <a:t>Questions being used in the algorithms and their corresponding values</a:t>
            </a:r>
            <a:endParaRPr sz="1100">
              <a:solidFill>
                <a:srgbClr val="000000"/>
              </a:solidFill>
            </a:endParaRPr>
          </a:p>
          <a:p>
            <a:pPr indent="-298450" lvl="0" marL="457200" rtl="0" algn="l">
              <a:spcBef>
                <a:spcPts val="0"/>
              </a:spcBef>
              <a:spcAft>
                <a:spcPts val="0"/>
              </a:spcAft>
              <a:buClr>
                <a:srgbClr val="000000"/>
              </a:buClr>
              <a:buSzPts val="1100"/>
              <a:buAutoNum type="arabicPeriod"/>
            </a:pPr>
            <a:r>
              <a:rPr lang="en" sz="1100">
                <a:solidFill>
                  <a:srgbClr val="000000"/>
                </a:solidFill>
              </a:rPr>
              <a:t>Segment Values and/or Names </a:t>
            </a:r>
            <a:endParaRPr sz="1100">
              <a:solidFill>
                <a:srgbClr val="000000"/>
              </a:solidFill>
            </a:endParaRPr>
          </a:p>
          <a:p>
            <a:pPr indent="0" lvl="0" marL="0" rtl="0" algn="l">
              <a:spcBef>
                <a:spcPts val="1600"/>
              </a:spcBef>
              <a:spcAft>
                <a:spcPts val="0"/>
              </a:spcAft>
              <a:buNone/>
            </a:pPr>
            <a:r>
              <a:rPr b="1" lang="en" sz="1100">
                <a:solidFill>
                  <a:srgbClr val="000000"/>
                </a:solidFill>
                <a:latin typeface="Roboto"/>
                <a:ea typeface="Roboto"/>
                <a:cs typeface="Roboto"/>
                <a:sym typeface="Roboto"/>
              </a:rPr>
              <a:t>Usually Receive</a:t>
            </a:r>
            <a:r>
              <a:rPr lang="en" sz="1100">
                <a:solidFill>
                  <a:srgbClr val="000000"/>
                </a:solidFill>
              </a:rPr>
              <a:t> (Both are not required but usually comes with typing tool documents and are nice to have, we </a:t>
            </a:r>
            <a:r>
              <a:rPr b="1" lang="en" sz="1100">
                <a:solidFill>
                  <a:srgbClr val="000000"/>
                </a:solidFill>
                <a:latin typeface="Roboto"/>
                <a:ea typeface="Roboto"/>
                <a:cs typeface="Roboto"/>
                <a:sym typeface="Roboto"/>
              </a:rPr>
              <a:t>need</a:t>
            </a:r>
            <a:r>
              <a:rPr lang="en" sz="1100">
                <a:solidFill>
                  <a:srgbClr val="000000"/>
                </a:solidFill>
              </a:rPr>
              <a:t> at least one to QC unless you want to do extra work): </a:t>
            </a:r>
            <a:endParaRPr sz="1100">
              <a:solidFill>
                <a:srgbClr val="000000"/>
              </a:solidFill>
            </a:endParaRPr>
          </a:p>
          <a:p>
            <a:pPr indent="-298450" lvl="0" marL="457200" rtl="0" algn="l">
              <a:spcBef>
                <a:spcPts val="1600"/>
              </a:spcBef>
              <a:spcAft>
                <a:spcPts val="0"/>
              </a:spcAft>
              <a:buClr>
                <a:srgbClr val="000000"/>
              </a:buClr>
              <a:buSzPts val="1100"/>
              <a:buAutoNum type="arabicPeriod"/>
            </a:pPr>
            <a:r>
              <a:rPr lang="en" sz="1100">
                <a:solidFill>
                  <a:srgbClr val="000000"/>
                </a:solidFill>
              </a:rPr>
              <a:t>Individual input sheet (this will assign a segment for ONE respondent) </a:t>
            </a:r>
            <a:endParaRPr sz="1100">
              <a:solidFill>
                <a:srgbClr val="000000"/>
              </a:solidFill>
            </a:endParaRPr>
          </a:p>
          <a:p>
            <a:pPr indent="-298450" lvl="0" marL="457200" rtl="0" algn="l">
              <a:spcBef>
                <a:spcPts val="0"/>
              </a:spcBef>
              <a:spcAft>
                <a:spcPts val="0"/>
              </a:spcAft>
              <a:buClr>
                <a:srgbClr val="000000"/>
              </a:buClr>
              <a:buSzPts val="1100"/>
              <a:buAutoNum type="arabicPeriod"/>
            </a:pPr>
            <a:r>
              <a:rPr lang="en" sz="1100">
                <a:solidFill>
                  <a:srgbClr val="000000"/>
                </a:solidFill>
              </a:rPr>
              <a:t>Batch input sheet </a:t>
            </a:r>
            <a:r>
              <a:rPr lang="en" sz="1100">
                <a:solidFill>
                  <a:srgbClr val="000000"/>
                </a:solidFill>
              </a:rPr>
              <a:t>(this will assign a segment for MULTIPLE respondents) </a:t>
            </a:r>
            <a:endParaRPr sz="1100">
              <a:solidFill>
                <a:srgbClr val="000000"/>
              </a:solidFill>
            </a:endParaRPr>
          </a:p>
          <a:p>
            <a:pPr indent="0" lvl="0" marL="0" rtl="0" algn="l">
              <a:spcBef>
                <a:spcPts val="1600"/>
              </a:spcBef>
              <a:spcAft>
                <a:spcPts val="0"/>
              </a:spcAft>
              <a:buNone/>
            </a:pPr>
            <a:r>
              <a:rPr lang="en" sz="1100">
                <a:solidFill>
                  <a:srgbClr val="000000"/>
                </a:solidFill>
              </a:rPr>
              <a:t>Files usually come in Excels, make sure you </a:t>
            </a:r>
            <a:r>
              <a:rPr b="1" lang="en" sz="1100">
                <a:solidFill>
                  <a:srgbClr val="000000"/>
                </a:solidFill>
                <a:latin typeface="Roboto"/>
                <a:ea typeface="Roboto"/>
                <a:cs typeface="Roboto"/>
                <a:sym typeface="Roboto"/>
              </a:rPr>
              <a:t>enable macros</a:t>
            </a:r>
            <a:r>
              <a:rPr lang="en" sz="1100">
                <a:solidFill>
                  <a:srgbClr val="000000"/>
                </a:solidFill>
              </a:rPr>
              <a:t> and </a:t>
            </a:r>
            <a:r>
              <a:rPr b="1" lang="en" sz="1100">
                <a:solidFill>
                  <a:srgbClr val="000000"/>
                </a:solidFill>
                <a:latin typeface="Roboto"/>
                <a:ea typeface="Roboto"/>
                <a:cs typeface="Roboto"/>
                <a:sym typeface="Roboto"/>
              </a:rPr>
              <a:t>check any hidden pages</a:t>
            </a:r>
            <a:r>
              <a:rPr lang="en" sz="1100">
                <a:solidFill>
                  <a:srgbClr val="000000"/>
                </a:solidFill>
              </a:rPr>
              <a:t> before asking clients for more information. </a:t>
            </a:r>
            <a:endParaRPr sz="1100">
              <a:solidFill>
                <a:srgbClr val="000000"/>
              </a:solidFill>
            </a:endParaRPr>
          </a:p>
          <a:p>
            <a:pPr indent="0" lvl="0" marL="0" marR="0" rtl="0" algn="l">
              <a:lnSpc>
                <a:spcPct val="115000"/>
              </a:lnSpc>
              <a:spcBef>
                <a:spcPts val="1600"/>
              </a:spcBef>
              <a:spcAft>
                <a:spcPts val="0"/>
              </a:spcAft>
              <a:buNone/>
            </a:pPr>
            <a:r>
              <a:rPr lang="en" sz="1100">
                <a:solidFill>
                  <a:srgbClr val="000000"/>
                </a:solidFill>
              </a:rPr>
              <a:t>Typing tools come in all shapes and sizes! Familiarize yourself with the documentation and keep an eye out for abnormal calculations or ways to categorize.</a:t>
            </a:r>
            <a:endParaRPr sz="1100">
              <a:solidFill>
                <a:srgbClr val="000000"/>
              </a:solidFill>
            </a:endParaRPr>
          </a:p>
          <a:p>
            <a:pPr indent="0" lvl="0" marL="0" rtl="0" algn="l">
              <a:spcBef>
                <a:spcPts val="1600"/>
              </a:spcBef>
              <a:spcAft>
                <a:spcPts val="1600"/>
              </a:spcAft>
              <a:buNone/>
            </a:pPr>
            <a:r>
              <a:rPr lang="en" sz="1100">
                <a:solidFill>
                  <a:srgbClr val="000000"/>
                </a:solidFill>
              </a:rPr>
              <a:t>Example Programmed Typing Tool: </a:t>
            </a:r>
            <a:r>
              <a:rPr lang="en" sz="1100" u="sng">
                <a:solidFill>
                  <a:schemeClr val="hlink"/>
                </a:solidFill>
                <a:hlinkClick r:id="rId3"/>
              </a:rPr>
              <a:t>FitBit Typing Tool </a:t>
            </a:r>
            <a:endParaRPr sz="11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6"/>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Building</a:t>
            </a:r>
            <a:endParaRPr/>
          </a:p>
          <a:p>
            <a:pPr indent="0" lvl="0" marL="0" rtl="0" algn="l">
              <a:spcBef>
                <a:spcPts val="0"/>
              </a:spcBef>
              <a:spcAft>
                <a:spcPts val="0"/>
              </a:spcAft>
              <a:buNone/>
            </a:pPr>
            <a:r>
              <a:rPr lang="en"/>
              <a:t>Typing Tools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7"/>
          <p:cNvSpPr txBox="1"/>
          <p:nvPr>
            <p:ph type="title"/>
          </p:nvPr>
        </p:nvSpPr>
        <p:spPr>
          <a:xfrm>
            <a:off x="445475" y="358000"/>
            <a:ext cx="8163000" cy="61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Review Client Documents and Program the Questions </a:t>
            </a:r>
            <a:endParaRPr/>
          </a:p>
        </p:txBody>
      </p:sp>
      <p:sp>
        <p:nvSpPr>
          <p:cNvPr id="545" name="Google Shape;545;p77"/>
          <p:cNvSpPr txBox="1"/>
          <p:nvPr/>
        </p:nvSpPr>
        <p:spPr>
          <a:xfrm>
            <a:off x="277625" y="1929200"/>
            <a:ext cx="4179000" cy="3024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F0000"/>
              </a:buClr>
              <a:buSzPts val="1400"/>
              <a:buFont typeface="Roboto"/>
              <a:buAutoNum type="arabicPeriod"/>
            </a:pPr>
            <a:r>
              <a:rPr b="1" lang="en">
                <a:solidFill>
                  <a:srgbClr val="FF0000"/>
                </a:solidFill>
                <a:latin typeface="Roboto"/>
                <a:ea typeface="Roboto"/>
                <a:cs typeface="Roboto"/>
                <a:sym typeface="Roboto"/>
              </a:rPr>
              <a:t>Make sure you understand how the typing tool works before programming to avoid any rework or delays. Ask the RX team or the client if you have any questions on the typing tool document.</a:t>
            </a:r>
            <a:endParaRPr b="1">
              <a:solidFill>
                <a:srgbClr val="FF0000"/>
              </a:solidFill>
              <a:latin typeface="Roboto"/>
              <a:ea typeface="Roboto"/>
              <a:cs typeface="Roboto"/>
              <a:sym typeface="Roboto"/>
            </a:endParaRPr>
          </a:p>
          <a:p>
            <a:pPr indent="0" lvl="0" marL="1371600" rtl="0" algn="l">
              <a:spcBef>
                <a:spcPts val="0"/>
              </a:spcBef>
              <a:spcAft>
                <a:spcPts val="0"/>
              </a:spcAft>
              <a:buNone/>
            </a:pPr>
            <a:r>
              <a:t/>
            </a:r>
            <a:endParaRPr b="1">
              <a:solidFill>
                <a:srgbClr val="FF0000"/>
              </a:solidFill>
              <a:latin typeface="Roboto"/>
              <a:ea typeface="Roboto"/>
              <a:cs typeface="Roboto"/>
              <a:sym typeface="Roboto"/>
            </a:endParaRPr>
          </a:p>
          <a:p>
            <a:pPr indent="-317500" lvl="0" marL="457200" rtl="0" algn="l">
              <a:spcBef>
                <a:spcPts val="0"/>
              </a:spcBef>
              <a:spcAft>
                <a:spcPts val="0"/>
              </a:spcAft>
              <a:buSzPts val="1400"/>
              <a:buFont typeface="Roboto"/>
              <a:buAutoNum type="arabicPeriod"/>
            </a:pPr>
            <a:r>
              <a:rPr lang="en">
                <a:latin typeface="Roboto"/>
                <a:ea typeface="Roboto"/>
                <a:cs typeface="Roboto"/>
                <a:sym typeface="Roboto"/>
              </a:rPr>
              <a:t>Program the survey questions that are included in the typing tool, pay attention to </a:t>
            </a:r>
            <a:r>
              <a:rPr b="1" lang="en">
                <a:solidFill>
                  <a:srgbClr val="0000FF"/>
                </a:solidFill>
                <a:latin typeface="Roboto"/>
                <a:ea typeface="Roboto"/>
                <a:cs typeface="Roboto"/>
                <a:sym typeface="Roboto"/>
              </a:rPr>
              <a:t>recode values</a:t>
            </a:r>
            <a:r>
              <a:rPr b="1" lang="en">
                <a:latin typeface="Roboto"/>
                <a:ea typeface="Roboto"/>
                <a:cs typeface="Roboto"/>
                <a:sym typeface="Roboto"/>
              </a:rPr>
              <a:t> </a:t>
            </a:r>
            <a:r>
              <a:rPr lang="en">
                <a:latin typeface="Roboto"/>
                <a:ea typeface="Roboto"/>
                <a:cs typeface="Roboto"/>
                <a:sym typeface="Roboto"/>
              </a:rPr>
              <a:t>if any. </a:t>
            </a:r>
            <a:endParaRPr>
              <a:latin typeface="Roboto"/>
              <a:ea typeface="Roboto"/>
              <a:cs typeface="Roboto"/>
              <a:sym typeface="Roboto"/>
            </a:endParaRPr>
          </a:p>
          <a:p>
            <a:pPr indent="0" lvl="0" marL="457200" rtl="0" algn="l">
              <a:spcBef>
                <a:spcPts val="0"/>
              </a:spcBef>
              <a:spcAft>
                <a:spcPts val="0"/>
              </a:spcAft>
              <a:buNone/>
            </a:pPr>
            <a:r>
              <a:t/>
            </a:r>
            <a:endParaRPr>
              <a:latin typeface="Roboto"/>
              <a:ea typeface="Roboto"/>
              <a:cs typeface="Roboto"/>
              <a:sym typeface="Roboto"/>
            </a:endParaRPr>
          </a:p>
          <a:p>
            <a:pPr indent="0" lvl="0" marL="457200" rtl="0" algn="l">
              <a:lnSpc>
                <a:spcPct val="115000"/>
              </a:lnSpc>
              <a:spcBef>
                <a:spcPts val="0"/>
              </a:spcBef>
              <a:spcAft>
                <a:spcPts val="0"/>
              </a:spcAft>
              <a:buNone/>
            </a:pPr>
            <a:r>
              <a:rPr lang="en" sz="1100">
                <a:latin typeface="Roboto"/>
                <a:ea typeface="Roboto"/>
                <a:cs typeface="Roboto"/>
                <a:sym typeface="Roboto"/>
              </a:rPr>
              <a:t>Note: you may need to recode the question data values using branch logic in the survey flow.  In either case, these will act as the inputs in our algorithms, the results of which determine the segment score.</a:t>
            </a:r>
            <a:endParaRPr sz="1100">
              <a:latin typeface="Roboto"/>
              <a:ea typeface="Roboto"/>
              <a:cs typeface="Roboto"/>
              <a:sym typeface="Roboto"/>
            </a:endParaRPr>
          </a:p>
          <a:p>
            <a:pPr indent="0" lvl="0" marL="0" rtl="0" algn="l">
              <a:spcBef>
                <a:spcPts val="1600"/>
              </a:spcBef>
              <a:spcAft>
                <a:spcPts val="0"/>
              </a:spcAft>
              <a:buNone/>
            </a:pPr>
            <a:r>
              <a:t/>
            </a:r>
            <a:endParaRPr>
              <a:solidFill>
                <a:srgbClr val="FF0000"/>
              </a:solidFill>
              <a:latin typeface="Calibri"/>
              <a:ea typeface="Calibri"/>
              <a:cs typeface="Calibri"/>
              <a:sym typeface="Calibri"/>
            </a:endParaRPr>
          </a:p>
        </p:txBody>
      </p:sp>
      <p:pic>
        <p:nvPicPr>
          <p:cNvPr id="546" name="Google Shape;546;p77"/>
          <p:cNvPicPr preferRelativeResize="0"/>
          <p:nvPr/>
        </p:nvPicPr>
        <p:blipFill>
          <a:blip r:embed="rId3">
            <a:alphaModFix/>
          </a:blip>
          <a:stretch>
            <a:fillRect/>
          </a:stretch>
        </p:blipFill>
        <p:spPr>
          <a:xfrm>
            <a:off x="4948175" y="1468200"/>
            <a:ext cx="3599775" cy="3617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8"/>
          <p:cNvSpPr txBox="1"/>
          <p:nvPr>
            <p:ph type="title"/>
          </p:nvPr>
        </p:nvSpPr>
        <p:spPr>
          <a:xfrm>
            <a:off x="443575" y="256675"/>
            <a:ext cx="75036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Assign Variable Values In The Survey Flow  </a:t>
            </a:r>
            <a:endParaRPr/>
          </a:p>
        </p:txBody>
      </p:sp>
      <p:pic>
        <p:nvPicPr>
          <p:cNvPr id="552" name="Google Shape;552;p78"/>
          <p:cNvPicPr preferRelativeResize="0"/>
          <p:nvPr/>
        </p:nvPicPr>
        <p:blipFill>
          <a:blip r:embed="rId3">
            <a:alphaModFix/>
          </a:blip>
          <a:stretch>
            <a:fillRect/>
          </a:stretch>
        </p:blipFill>
        <p:spPr>
          <a:xfrm>
            <a:off x="489400" y="1613675"/>
            <a:ext cx="6574925" cy="4832850"/>
          </a:xfrm>
          <a:prstGeom prst="rect">
            <a:avLst/>
          </a:prstGeom>
          <a:noFill/>
          <a:ln>
            <a:noFill/>
          </a:ln>
        </p:spPr>
      </p:pic>
      <p:sp>
        <p:nvSpPr>
          <p:cNvPr id="553" name="Google Shape;553;p78"/>
          <p:cNvSpPr txBox="1"/>
          <p:nvPr/>
        </p:nvSpPr>
        <p:spPr>
          <a:xfrm>
            <a:off x="5534775" y="1467775"/>
            <a:ext cx="3413100" cy="27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Medium"/>
                <a:ea typeface="Roboto Medium"/>
                <a:cs typeface="Roboto Medium"/>
                <a:sym typeface="Roboto Medium"/>
              </a:rPr>
              <a:t>Assigning variables isn’t </a:t>
            </a:r>
            <a:r>
              <a:rPr lang="en">
                <a:latin typeface="Roboto Medium"/>
                <a:ea typeface="Roboto Medium"/>
                <a:cs typeface="Roboto Medium"/>
                <a:sym typeface="Roboto Medium"/>
              </a:rPr>
              <a:t>necessary</a:t>
            </a:r>
            <a:r>
              <a:rPr lang="en">
                <a:latin typeface="Roboto Medium"/>
                <a:ea typeface="Roboto Medium"/>
                <a:cs typeface="Roboto Medium"/>
                <a:sym typeface="Roboto Medium"/>
              </a:rPr>
              <a:t>, but makes the further equation building later on.</a:t>
            </a:r>
            <a:endParaRPr>
              <a:latin typeface="Roboto Medium"/>
              <a:ea typeface="Roboto Medium"/>
              <a:cs typeface="Roboto Medium"/>
              <a:sym typeface="Roboto Medium"/>
            </a:endParaRPr>
          </a:p>
          <a:p>
            <a:pPr indent="0" lvl="0" marL="0" rtl="0" algn="l">
              <a:spcBef>
                <a:spcPts val="0"/>
              </a:spcBef>
              <a:spcAft>
                <a:spcPts val="0"/>
              </a:spcAft>
              <a:buNone/>
            </a:pPr>
            <a:r>
              <a:t/>
            </a:r>
            <a:endParaRPr>
              <a:latin typeface="Roboto Medium"/>
              <a:ea typeface="Roboto Medium"/>
              <a:cs typeface="Roboto Medium"/>
              <a:sym typeface="Roboto Medium"/>
            </a:endParaRPr>
          </a:p>
          <a:p>
            <a:pPr indent="0" lvl="0" marL="0" rtl="0" algn="l">
              <a:spcBef>
                <a:spcPts val="0"/>
              </a:spcBef>
              <a:spcAft>
                <a:spcPts val="0"/>
              </a:spcAft>
              <a:buNone/>
            </a:pPr>
            <a:r>
              <a:rPr lang="en">
                <a:latin typeface="Roboto Medium"/>
                <a:ea typeface="Roboto Medium"/>
                <a:cs typeface="Roboto Medium"/>
                <a:sym typeface="Roboto Medium"/>
              </a:rPr>
              <a:t>I personally like V1, V2, V3 because it looks cleaner and easier to check if something is wrong, but all we are doing is having these variables </a:t>
            </a:r>
            <a:r>
              <a:rPr lang="en">
                <a:latin typeface="Roboto Medium"/>
                <a:ea typeface="Roboto Medium"/>
                <a:cs typeface="Roboto Medium"/>
                <a:sym typeface="Roboto Medium"/>
              </a:rPr>
              <a:t>reference</a:t>
            </a:r>
            <a:r>
              <a:rPr lang="en">
                <a:latin typeface="Roboto Medium"/>
                <a:ea typeface="Roboto Medium"/>
                <a:cs typeface="Roboto Medium"/>
                <a:sym typeface="Roboto Medium"/>
              </a:rPr>
              <a:t> the recoded values of what was answered</a:t>
            </a:r>
            <a:endParaRPr>
              <a:latin typeface="Roboto Medium"/>
              <a:ea typeface="Roboto Medium"/>
              <a:cs typeface="Roboto Medium"/>
              <a:sym typeface="Roboto Medium"/>
            </a:endParaRPr>
          </a:p>
          <a:p>
            <a:pPr indent="0" lvl="0" marL="0" rtl="0" algn="l">
              <a:spcBef>
                <a:spcPts val="0"/>
              </a:spcBef>
              <a:spcAft>
                <a:spcPts val="0"/>
              </a:spcAft>
              <a:buNone/>
            </a:pPr>
            <a:r>
              <a:t/>
            </a:r>
            <a:endParaRPr>
              <a:latin typeface="Roboto Medium"/>
              <a:ea typeface="Roboto Medium"/>
              <a:cs typeface="Roboto Medium"/>
              <a:sym typeface="Roboto Medium"/>
            </a:endParaRPr>
          </a:p>
          <a:p>
            <a:pPr indent="0" lvl="0" marL="0" rtl="0" algn="l">
              <a:spcBef>
                <a:spcPts val="0"/>
              </a:spcBef>
              <a:spcAft>
                <a:spcPts val="0"/>
              </a:spcAft>
              <a:buNone/>
            </a:pPr>
            <a:r>
              <a:rPr lang="en">
                <a:latin typeface="Roboto Medium"/>
                <a:ea typeface="Roboto Medium"/>
                <a:cs typeface="Roboto Medium"/>
                <a:sym typeface="Roboto Medium"/>
              </a:rPr>
              <a:t>Note: sometimes it is not recode value but logic based on what respondents select, i.e., if they selected any extreme sports, code as 1. In which case we would need to defined this prior with branch logicw</a:t>
            </a:r>
            <a:endParaRPr>
              <a:latin typeface="Roboto Medium"/>
              <a:ea typeface="Roboto Medium"/>
              <a:cs typeface="Roboto Medium"/>
              <a:sym typeface="Roboto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9"/>
          <p:cNvSpPr txBox="1"/>
          <p:nvPr>
            <p:ph type="title"/>
          </p:nvPr>
        </p:nvSpPr>
        <p:spPr>
          <a:xfrm>
            <a:off x="438275" y="305525"/>
            <a:ext cx="81702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Prepare the Excel Document for Programming </a:t>
            </a:r>
            <a:endParaRPr/>
          </a:p>
        </p:txBody>
      </p:sp>
      <p:sp>
        <p:nvSpPr>
          <p:cNvPr id="559" name="Google Shape;559;p79"/>
          <p:cNvSpPr txBox="1"/>
          <p:nvPr>
            <p:ph idx="2" type="body"/>
          </p:nvPr>
        </p:nvSpPr>
        <p:spPr>
          <a:xfrm>
            <a:off x="239500" y="1512525"/>
            <a:ext cx="4224300" cy="3330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Roboto Black"/>
                <a:ea typeface="Roboto Black"/>
                <a:cs typeface="Roboto Black"/>
                <a:sym typeface="Roboto Black"/>
              </a:rPr>
              <a:t>Idea: </a:t>
            </a:r>
            <a:r>
              <a:rPr lang="en">
                <a:latin typeface="Roboto"/>
                <a:ea typeface="Roboto"/>
                <a:cs typeface="Roboto"/>
                <a:sym typeface="Roboto"/>
              </a:rPr>
              <a:t>Setting up our equation using the </a:t>
            </a:r>
            <a:r>
              <a:rPr lang="en">
                <a:latin typeface="Roboto"/>
                <a:ea typeface="Roboto"/>
                <a:cs typeface="Roboto"/>
                <a:sym typeface="Roboto"/>
              </a:rPr>
              <a:t>coefficients</a:t>
            </a:r>
            <a:r>
              <a:rPr lang="en">
                <a:latin typeface="Roboto"/>
                <a:ea typeface="Roboto"/>
                <a:cs typeface="Roboto"/>
                <a:sym typeface="Roboto"/>
              </a:rPr>
              <a:t> * piped text</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Black"/>
              <a:ea typeface="Roboto Black"/>
              <a:cs typeface="Roboto Black"/>
              <a:sym typeface="Roboto Black"/>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1:</a:t>
            </a:r>
            <a:r>
              <a:rPr lang="en">
                <a:latin typeface="Roboto"/>
                <a:ea typeface="Roboto"/>
                <a:cs typeface="Roboto"/>
                <a:sym typeface="Roboto"/>
              </a:rPr>
              <a:t> Create a column “V1, V2, V3…”, make sure they correspond to the correct questions in the survey.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2:</a:t>
            </a:r>
            <a:r>
              <a:rPr lang="en">
                <a:latin typeface="Roboto"/>
                <a:ea typeface="Roboto"/>
                <a:cs typeface="Roboto"/>
                <a:sym typeface="Roboto"/>
              </a:rPr>
              <a:t> Create another column using this function:</a:t>
            </a:r>
            <a:r>
              <a:rPr lang="en">
                <a:solidFill>
                  <a:srgbClr val="0000FF"/>
                </a:solidFill>
                <a:latin typeface="Roboto"/>
                <a:ea typeface="Roboto"/>
                <a:cs typeface="Roboto"/>
                <a:sym typeface="Roboto"/>
              </a:rPr>
              <a:t> ="e://Field/"&amp;CELL </a:t>
            </a:r>
            <a:r>
              <a:rPr lang="en">
                <a:solidFill>
                  <a:srgbClr val="FF0000"/>
                </a:solidFill>
                <a:latin typeface="Roboto"/>
                <a:ea typeface="Roboto"/>
                <a:cs typeface="Roboto"/>
                <a:sym typeface="Roboto"/>
              </a:rPr>
              <a:t>(CELL refers to the column with the variable names)</a:t>
            </a:r>
            <a:r>
              <a:rPr lang="en">
                <a:latin typeface="Roboto"/>
                <a:ea typeface="Roboto"/>
                <a:cs typeface="Roboto"/>
                <a:sym typeface="Roboto"/>
              </a:rPr>
              <a:t> - this is to ensure we are pulling the embedded data fields</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3: </a:t>
            </a:r>
            <a:r>
              <a:rPr lang="en">
                <a:latin typeface="Roboto"/>
                <a:ea typeface="Roboto"/>
                <a:cs typeface="Roboto"/>
                <a:sym typeface="Roboto"/>
              </a:rPr>
              <a:t>Create a field that is variable value times the coefficient value by using this function:  </a:t>
            </a:r>
            <a:r>
              <a:rPr lang="en">
                <a:solidFill>
                  <a:srgbClr val="0000FF"/>
                </a:solidFill>
                <a:latin typeface="Roboto"/>
                <a:ea typeface="Roboto"/>
                <a:cs typeface="Roboto"/>
                <a:sym typeface="Roboto"/>
              </a:rPr>
              <a:t>=$C3&amp;" * "&amp;D3&amp;" + " </a:t>
            </a:r>
            <a:r>
              <a:rPr lang="en">
                <a:solidFill>
                  <a:srgbClr val="FF0000"/>
                </a:solidFill>
                <a:latin typeface="Roboto"/>
                <a:ea typeface="Roboto"/>
                <a:cs typeface="Roboto"/>
                <a:sym typeface="Roboto"/>
              </a:rPr>
              <a:t>(C3 refers to the column with the coefficient values, make sure to lock this column by putting the “$” on the column, pay special attention to the </a:t>
            </a:r>
            <a:r>
              <a:rPr lang="en">
                <a:solidFill>
                  <a:srgbClr val="FF0000"/>
                </a:solidFill>
                <a:latin typeface="Roboto Black"/>
                <a:ea typeface="Roboto Black"/>
                <a:cs typeface="Roboto Black"/>
                <a:sym typeface="Roboto Black"/>
              </a:rPr>
              <a:t>spaces</a:t>
            </a:r>
            <a:r>
              <a:rPr lang="en">
                <a:solidFill>
                  <a:srgbClr val="FF0000"/>
                </a:solidFill>
                <a:latin typeface="Roboto"/>
                <a:ea typeface="Roboto"/>
                <a:cs typeface="Roboto"/>
                <a:sym typeface="Roboto"/>
              </a:rPr>
              <a:t>: before and after “*” and “+”, this is because math operation is very picky on spaces) </a:t>
            </a:r>
            <a:endParaRPr>
              <a:solidFill>
                <a:srgbClr val="FF0000"/>
              </a:solidFill>
              <a:latin typeface="Roboto"/>
              <a:ea typeface="Roboto"/>
              <a:cs typeface="Roboto"/>
              <a:sym typeface="Roboto"/>
            </a:endParaRPr>
          </a:p>
          <a:p>
            <a:pPr indent="0" lvl="0" marL="0" rtl="0" algn="l">
              <a:lnSpc>
                <a:spcPct val="100000"/>
              </a:lnSpc>
              <a:spcBef>
                <a:spcPts val="0"/>
              </a:spcBef>
              <a:spcAft>
                <a:spcPts val="0"/>
              </a:spcAft>
              <a:buNone/>
            </a:pPr>
            <a:r>
              <a:t/>
            </a:r>
            <a:endParaRPr>
              <a:solidFill>
                <a:srgbClr val="FF0000"/>
              </a:solidFill>
              <a:latin typeface="Roboto"/>
              <a:ea typeface="Roboto"/>
              <a:cs typeface="Roboto"/>
              <a:sym typeface="Roboto"/>
            </a:endParaRPr>
          </a:p>
          <a:p>
            <a:pPr indent="0" lvl="0" marL="0" marR="0" rtl="0" algn="l">
              <a:lnSpc>
                <a:spcPct val="100000"/>
              </a:lnSpc>
              <a:spcBef>
                <a:spcPts val="0"/>
              </a:spcBef>
              <a:spcAft>
                <a:spcPts val="0"/>
              </a:spcAft>
              <a:buNone/>
            </a:pPr>
            <a:r>
              <a:rPr lang="en">
                <a:latin typeface="Roboto Black"/>
                <a:ea typeface="Roboto Black"/>
                <a:cs typeface="Roboto Black"/>
                <a:sym typeface="Roboto Black"/>
              </a:rPr>
              <a:t>Step4: </a:t>
            </a:r>
            <a:r>
              <a:rPr lang="en">
                <a:latin typeface="Roboto"/>
                <a:ea typeface="Roboto"/>
                <a:cs typeface="Roboto"/>
                <a:sym typeface="Roboto"/>
              </a:rPr>
              <a:t>Drag the formula for all segments </a:t>
            </a:r>
            <a:endParaRPr>
              <a:latin typeface="Roboto"/>
              <a:ea typeface="Roboto"/>
              <a:cs typeface="Roboto"/>
              <a:sym typeface="Roboto"/>
            </a:endParaRPr>
          </a:p>
          <a:p>
            <a:pPr indent="0" lvl="0" marL="0" rtl="0" algn="l">
              <a:lnSpc>
                <a:spcPct val="100000"/>
              </a:lnSpc>
              <a:spcBef>
                <a:spcPts val="0"/>
              </a:spcBef>
              <a:spcAft>
                <a:spcPts val="0"/>
              </a:spcAft>
              <a:buNone/>
            </a:pPr>
            <a:r>
              <a:t/>
            </a:r>
            <a:endParaRPr sz="1400">
              <a:latin typeface="Roboto Black"/>
              <a:ea typeface="Roboto Black"/>
              <a:cs typeface="Roboto Black"/>
              <a:sym typeface="Roboto Black"/>
            </a:endParaRPr>
          </a:p>
          <a:p>
            <a:pPr indent="0" lvl="0" marL="0" rtl="0" algn="l">
              <a:lnSpc>
                <a:spcPct val="100000"/>
              </a:lnSpc>
              <a:spcBef>
                <a:spcPts val="0"/>
              </a:spcBef>
              <a:spcAft>
                <a:spcPts val="0"/>
              </a:spcAft>
              <a:buNone/>
            </a:pPr>
            <a:r>
              <a:t/>
            </a:r>
            <a:endParaRPr i="1">
              <a:latin typeface="Roboto Black"/>
              <a:ea typeface="Roboto Black"/>
              <a:cs typeface="Roboto Black"/>
              <a:sym typeface="Roboto Black"/>
            </a:endParaRPr>
          </a:p>
          <a:p>
            <a:pPr indent="0" lvl="0" marL="0" rtl="0" algn="l">
              <a:lnSpc>
                <a:spcPct val="100000"/>
              </a:lnSpc>
              <a:spcBef>
                <a:spcPts val="0"/>
              </a:spcBef>
              <a:spcAft>
                <a:spcPts val="0"/>
              </a:spcAft>
              <a:buNone/>
            </a:pPr>
            <a:r>
              <a:t/>
            </a:r>
            <a:endParaRPr sz="1600">
              <a:latin typeface="Roboto"/>
              <a:ea typeface="Roboto"/>
              <a:cs typeface="Roboto"/>
              <a:sym typeface="Roboto"/>
            </a:endParaRPr>
          </a:p>
        </p:txBody>
      </p:sp>
      <p:pic>
        <p:nvPicPr>
          <p:cNvPr id="560" name="Google Shape;560;p79"/>
          <p:cNvPicPr preferRelativeResize="0"/>
          <p:nvPr/>
        </p:nvPicPr>
        <p:blipFill>
          <a:blip r:embed="rId3">
            <a:alphaModFix/>
          </a:blip>
          <a:stretch>
            <a:fillRect/>
          </a:stretch>
        </p:blipFill>
        <p:spPr>
          <a:xfrm>
            <a:off x="4511050" y="1512525"/>
            <a:ext cx="1562575" cy="3386750"/>
          </a:xfrm>
          <a:prstGeom prst="rect">
            <a:avLst/>
          </a:prstGeom>
          <a:noFill/>
          <a:ln>
            <a:noFill/>
          </a:ln>
        </p:spPr>
      </p:pic>
      <p:pic>
        <p:nvPicPr>
          <p:cNvPr id="561" name="Google Shape;561;p79"/>
          <p:cNvPicPr preferRelativeResize="0"/>
          <p:nvPr/>
        </p:nvPicPr>
        <p:blipFill>
          <a:blip r:embed="rId4">
            <a:alphaModFix/>
          </a:blip>
          <a:stretch>
            <a:fillRect/>
          </a:stretch>
        </p:blipFill>
        <p:spPr>
          <a:xfrm>
            <a:off x="6368225" y="1551000"/>
            <a:ext cx="2912975" cy="3049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80"/>
          <p:cNvSpPr txBox="1"/>
          <p:nvPr>
            <p:ph idx="2" type="body"/>
          </p:nvPr>
        </p:nvSpPr>
        <p:spPr>
          <a:xfrm>
            <a:off x="438275" y="1588725"/>
            <a:ext cx="4012500" cy="3234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Roboto Black"/>
                <a:ea typeface="Roboto Black"/>
                <a:cs typeface="Roboto Black"/>
                <a:sym typeface="Roboto Black"/>
              </a:rPr>
              <a:t>Step 5:</a:t>
            </a:r>
            <a:r>
              <a:rPr lang="en">
                <a:latin typeface="Roboto"/>
                <a:ea typeface="Roboto"/>
                <a:cs typeface="Roboto"/>
                <a:sym typeface="Roboto"/>
              </a:rPr>
              <a:t> Use “CONCATENATE” function in Excel to combine all individuals scores to come up with the segment score, do not forget the </a:t>
            </a:r>
            <a:r>
              <a:rPr lang="en">
                <a:latin typeface="Roboto Black"/>
                <a:ea typeface="Roboto Black"/>
                <a:cs typeface="Roboto Black"/>
                <a:sym typeface="Roboto Black"/>
              </a:rPr>
              <a:t>constant value</a:t>
            </a:r>
            <a:r>
              <a:rPr lang="en">
                <a:latin typeface="Roboto"/>
                <a:ea typeface="Roboto"/>
                <a:cs typeface="Roboto"/>
                <a:sym typeface="Roboto"/>
              </a:rPr>
              <a:t>. Example CONCATENATE formula: </a:t>
            </a:r>
            <a:r>
              <a:rPr lang="en">
                <a:solidFill>
                  <a:srgbClr val="0000FF"/>
                </a:solidFill>
                <a:latin typeface="Roboto"/>
                <a:ea typeface="Roboto"/>
                <a:cs typeface="Roboto"/>
                <a:sym typeface="Roboto"/>
              </a:rPr>
              <a:t>=CONCATENATE(M3,M4,M5,M6,M7,M8,M9,M10,M11,M12,M13,M14,M15,M16,M17,M18,M19,M20,M21,M22,M23,M24,M25,M26,M27,M28,M29,M2)</a:t>
            </a:r>
            <a:endParaRPr i="1">
              <a:solidFill>
                <a:srgbClr val="0000FF"/>
              </a:solidFill>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6:</a:t>
            </a:r>
            <a:r>
              <a:rPr lang="en">
                <a:latin typeface="Roboto"/>
                <a:ea typeface="Roboto"/>
                <a:cs typeface="Roboto"/>
                <a:sym typeface="Roboto"/>
              </a:rPr>
              <a:t> Apply the “CONCATENATE” formula to all segments.</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7</a:t>
            </a:r>
            <a:r>
              <a:rPr lang="en">
                <a:latin typeface="Roboto"/>
                <a:ea typeface="Roboto"/>
                <a:cs typeface="Roboto"/>
                <a:sym typeface="Roboto"/>
              </a:rPr>
              <a:t>: Now we should have the formulas to calculate all segment values, copy the formula and paste it below as value (I recommend this way so that it is easy to change the formula if anything is wrong)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p:txBody>
      </p:sp>
      <p:sp>
        <p:nvSpPr>
          <p:cNvPr id="567" name="Google Shape;567;p80"/>
          <p:cNvSpPr txBox="1"/>
          <p:nvPr>
            <p:ph type="title"/>
          </p:nvPr>
        </p:nvSpPr>
        <p:spPr>
          <a:xfrm>
            <a:off x="438275" y="305525"/>
            <a:ext cx="81702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Prepare the Excel Document for Programming </a:t>
            </a:r>
            <a:endParaRPr/>
          </a:p>
        </p:txBody>
      </p:sp>
      <p:pic>
        <p:nvPicPr>
          <p:cNvPr id="568" name="Google Shape;568;p80"/>
          <p:cNvPicPr preferRelativeResize="0"/>
          <p:nvPr/>
        </p:nvPicPr>
        <p:blipFill>
          <a:blip r:embed="rId3">
            <a:alphaModFix/>
          </a:blip>
          <a:stretch>
            <a:fillRect/>
          </a:stretch>
        </p:blipFill>
        <p:spPr>
          <a:xfrm>
            <a:off x="4572000" y="1520525"/>
            <a:ext cx="4388425" cy="34359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81"/>
          <p:cNvSpPr txBox="1"/>
          <p:nvPr>
            <p:ph type="title"/>
          </p:nvPr>
        </p:nvSpPr>
        <p:spPr>
          <a:xfrm>
            <a:off x="445550" y="327675"/>
            <a:ext cx="85263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Transition from Excel to Survey Flow - Create Segment Scores</a:t>
            </a:r>
            <a:endParaRPr/>
          </a:p>
        </p:txBody>
      </p:sp>
      <p:sp>
        <p:nvSpPr>
          <p:cNvPr id="574" name="Google Shape;574;p81"/>
          <p:cNvSpPr txBox="1"/>
          <p:nvPr>
            <p:ph idx="2" type="body"/>
          </p:nvPr>
        </p:nvSpPr>
        <p:spPr>
          <a:xfrm>
            <a:off x="408950" y="1443650"/>
            <a:ext cx="8599500" cy="941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latin typeface="Roboto"/>
                <a:ea typeface="Roboto"/>
                <a:cs typeface="Roboto"/>
                <a:sym typeface="Roboto"/>
              </a:rPr>
              <a:t>Create individual Segment scores:</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a:latin typeface="Roboto"/>
                <a:ea typeface="Roboto"/>
                <a:cs typeface="Roboto"/>
                <a:sym typeface="Roboto"/>
              </a:rPr>
              <a:t>Go back to the survey we programmed, open survey flow, and start to copy and paste the cell we created in Excel into survey flow using math operation. Pay special attention to </a:t>
            </a:r>
            <a:r>
              <a:rPr lang="en">
                <a:solidFill>
                  <a:srgbClr val="FF0000"/>
                </a:solidFill>
                <a:latin typeface="Roboto Black"/>
                <a:ea typeface="Roboto Black"/>
                <a:cs typeface="Roboto Black"/>
                <a:sym typeface="Roboto Black"/>
              </a:rPr>
              <a:t>spaces - when you should and shouldn’t include them</a:t>
            </a:r>
            <a:r>
              <a:rPr lang="en">
                <a:latin typeface="Roboto"/>
                <a:ea typeface="Roboto"/>
                <a:cs typeface="Roboto"/>
                <a:sym typeface="Roboto"/>
              </a:rPr>
              <a:t>.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p:txBody>
      </p:sp>
      <p:pic>
        <p:nvPicPr>
          <p:cNvPr id="575" name="Google Shape;575;p81"/>
          <p:cNvPicPr preferRelativeResize="0"/>
          <p:nvPr/>
        </p:nvPicPr>
        <p:blipFill>
          <a:blip r:embed="rId3">
            <a:alphaModFix/>
          </a:blip>
          <a:stretch>
            <a:fillRect/>
          </a:stretch>
        </p:blipFill>
        <p:spPr>
          <a:xfrm>
            <a:off x="4252325" y="2264125"/>
            <a:ext cx="4964326" cy="26421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82"/>
          <p:cNvSpPr txBox="1"/>
          <p:nvPr>
            <p:ph type="title"/>
          </p:nvPr>
        </p:nvSpPr>
        <p:spPr>
          <a:xfrm>
            <a:off x="385050" y="304850"/>
            <a:ext cx="85263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5: Create Euler Power Values and Sum of All Power Values  </a:t>
            </a:r>
            <a:endParaRPr/>
          </a:p>
        </p:txBody>
      </p:sp>
      <p:sp>
        <p:nvSpPr>
          <p:cNvPr id="581" name="Google Shape;581;p82"/>
          <p:cNvSpPr txBox="1"/>
          <p:nvPr>
            <p:ph idx="2" type="body"/>
          </p:nvPr>
        </p:nvSpPr>
        <p:spPr>
          <a:xfrm>
            <a:off x="385050" y="1379988"/>
            <a:ext cx="8526300" cy="918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Roboto"/>
                <a:ea typeface="Roboto"/>
                <a:cs typeface="Roboto"/>
                <a:sym typeface="Roboto"/>
              </a:rPr>
              <a:t>This step is not always required, but very common in typing tool algorithms when categorical variables are involved. Double-check your calculation sheet to see what is involved in segment assignments.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a:ea typeface="Roboto"/>
                <a:cs typeface="Roboto"/>
                <a:sym typeface="Roboto"/>
              </a:rPr>
              <a:t>e (Euler’s number) is the base of nature logarithms, the first few digits are: 2.718281828459045</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a:ea typeface="Roboto"/>
                <a:cs typeface="Roboto"/>
                <a:sym typeface="Roboto"/>
              </a:rPr>
              <a:t>Make sure in the calculations, segment values is set up as an embedded data field, i.e. </a:t>
            </a:r>
            <a:r>
              <a:rPr lang="en">
                <a:solidFill>
                  <a:srgbClr val="0000FF"/>
                </a:solidFill>
                <a:latin typeface="Roboto"/>
                <a:ea typeface="Roboto"/>
                <a:cs typeface="Roboto"/>
                <a:sym typeface="Roboto"/>
              </a:rPr>
              <a:t>e://Field/SEG1 </a:t>
            </a:r>
            <a:endParaRPr>
              <a:solidFill>
                <a:srgbClr val="0000FF"/>
              </a:solidFill>
              <a:latin typeface="Roboto"/>
              <a:ea typeface="Roboto"/>
              <a:cs typeface="Roboto"/>
              <a:sym typeface="Roboto"/>
            </a:endParaRPr>
          </a:p>
        </p:txBody>
      </p:sp>
      <p:pic>
        <p:nvPicPr>
          <p:cNvPr id="582" name="Google Shape;582;p82"/>
          <p:cNvPicPr preferRelativeResize="0"/>
          <p:nvPr/>
        </p:nvPicPr>
        <p:blipFill>
          <a:blip r:embed="rId3">
            <a:alphaModFix/>
          </a:blip>
          <a:stretch>
            <a:fillRect/>
          </a:stretch>
        </p:blipFill>
        <p:spPr>
          <a:xfrm>
            <a:off x="1245763" y="2691850"/>
            <a:ext cx="6652476" cy="2795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83"/>
          <p:cNvSpPr txBox="1"/>
          <p:nvPr>
            <p:ph type="title"/>
          </p:nvPr>
        </p:nvSpPr>
        <p:spPr>
          <a:xfrm>
            <a:off x="385050" y="411525"/>
            <a:ext cx="85263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6: Create Probability Values for Each Segment</a:t>
            </a:r>
            <a:endParaRPr/>
          </a:p>
        </p:txBody>
      </p:sp>
      <p:sp>
        <p:nvSpPr>
          <p:cNvPr id="588" name="Google Shape;588;p83"/>
          <p:cNvSpPr txBox="1"/>
          <p:nvPr>
            <p:ph idx="2" type="body"/>
          </p:nvPr>
        </p:nvSpPr>
        <p:spPr>
          <a:xfrm>
            <a:off x="385050" y="1422850"/>
            <a:ext cx="8526300" cy="1207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Roboto"/>
                <a:ea typeface="Roboto"/>
                <a:cs typeface="Roboto"/>
                <a:sym typeface="Roboto"/>
              </a:rPr>
              <a:t>Use the sum of all power values, we can now compute the probability value of each segment.</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a:ea typeface="Roboto"/>
                <a:cs typeface="Roboto"/>
                <a:sym typeface="Roboto"/>
              </a:rPr>
              <a:t>Tips/Common Mistakes: </a:t>
            </a:r>
            <a:r>
              <a:rPr lang="en">
                <a:solidFill>
                  <a:srgbClr val="0000FF"/>
                </a:solidFill>
                <a:latin typeface="Roboto"/>
                <a:ea typeface="Roboto"/>
                <a:cs typeface="Roboto"/>
                <a:sym typeface="Roboto"/>
              </a:rPr>
              <a:t>pay close attention to spaces, and make sure everything in calculations is set up as embedded data fields. </a:t>
            </a:r>
            <a:endParaRPr>
              <a:solidFill>
                <a:srgbClr val="0000FF"/>
              </a:solidFill>
              <a:latin typeface="Roboto"/>
              <a:ea typeface="Roboto"/>
              <a:cs typeface="Roboto"/>
              <a:sym typeface="Roboto"/>
            </a:endParaRPr>
          </a:p>
          <a:p>
            <a:pPr indent="0" lvl="0" marL="0" rtl="0" algn="l">
              <a:lnSpc>
                <a:spcPct val="100000"/>
              </a:lnSpc>
              <a:spcBef>
                <a:spcPts val="0"/>
              </a:spcBef>
              <a:spcAft>
                <a:spcPts val="0"/>
              </a:spcAft>
              <a:buNone/>
            </a:pPr>
            <a:r>
              <a:t/>
            </a:r>
            <a:endParaRPr>
              <a:solidFill>
                <a:srgbClr val="0000FF"/>
              </a:solidFill>
              <a:latin typeface="Roboto"/>
              <a:ea typeface="Roboto"/>
              <a:cs typeface="Roboto"/>
              <a:sym typeface="Roboto"/>
            </a:endParaRPr>
          </a:p>
          <a:p>
            <a:pPr indent="0" lvl="0" marL="0" rtl="0" algn="l">
              <a:lnSpc>
                <a:spcPct val="100000"/>
              </a:lnSpc>
              <a:spcBef>
                <a:spcPts val="0"/>
              </a:spcBef>
              <a:spcAft>
                <a:spcPts val="0"/>
              </a:spcAft>
              <a:buNone/>
            </a:pPr>
            <a:r>
              <a:rPr lang="en">
                <a:latin typeface="Roboto"/>
                <a:ea typeface="Roboto"/>
                <a:cs typeface="Roboto"/>
                <a:sym typeface="Roboto"/>
              </a:rPr>
              <a:t>To make probabilities user-friendly (round to 1 digit), you can use this function: </a:t>
            </a:r>
            <a:r>
              <a:rPr lang="en">
                <a:solidFill>
                  <a:srgbClr val="0000FF"/>
                </a:solidFill>
                <a:latin typeface="Roboto"/>
                <a:ea typeface="Roboto"/>
                <a:cs typeface="Roboto"/>
                <a:sym typeface="Roboto"/>
              </a:rPr>
              <a:t>$e{ round( e://Field/Prob1 * 100 , 1 ) }%</a:t>
            </a:r>
            <a:endParaRPr>
              <a:solidFill>
                <a:srgbClr val="0000FF"/>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a:solidFill>
                  <a:srgbClr val="434343"/>
                </a:solidFill>
                <a:latin typeface="Roboto"/>
                <a:ea typeface="Roboto"/>
                <a:cs typeface="Roboto"/>
                <a:sym typeface="Roboto"/>
              </a:rPr>
              <a:t>If you do decide to round it, create another variable such as Prob1_rounded </a:t>
            </a:r>
            <a:endParaRPr>
              <a:solidFill>
                <a:srgbClr val="434343"/>
              </a:solidFill>
              <a:latin typeface="Roboto"/>
              <a:ea typeface="Roboto"/>
              <a:cs typeface="Roboto"/>
              <a:sym typeface="Roboto"/>
            </a:endParaRPr>
          </a:p>
          <a:p>
            <a:pPr indent="0" lvl="0" marL="0" rtl="0" algn="l">
              <a:lnSpc>
                <a:spcPct val="100000"/>
              </a:lnSpc>
              <a:spcBef>
                <a:spcPts val="0"/>
              </a:spcBef>
              <a:spcAft>
                <a:spcPts val="0"/>
              </a:spcAft>
              <a:buNone/>
            </a:pPr>
            <a:r>
              <a:t/>
            </a:r>
            <a:endParaRPr>
              <a:solidFill>
                <a:srgbClr val="0000FF"/>
              </a:solidFill>
              <a:latin typeface="Roboto"/>
              <a:ea typeface="Roboto"/>
              <a:cs typeface="Roboto"/>
              <a:sym typeface="Roboto"/>
            </a:endParaRPr>
          </a:p>
        </p:txBody>
      </p:sp>
      <p:pic>
        <p:nvPicPr>
          <p:cNvPr id="589" name="Google Shape;589;p83"/>
          <p:cNvPicPr preferRelativeResize="0"/>
          <p:nvPr/>
        </p:nvPicPr>
        <p:blipFill rotWithShape="1">
          <a:blip r:embed="rId3">
            <a:alphaModFix/>
          </a:blip>
          <a:srcRect b="0" l="0" r="52155" t="0"/>
          <a:stretch/>
        </p:blipFill>
        <p:spPr>
          <a:xfrm>
            <a:off x="574075" y="3050550"/>
            <a:ext cx="2394850" cy="1915375"/>
          </a:xfrm>
          <a:prstGeom prst="rect">
            <a:avLst/>
          </a:prstGeom>
          <a:noFill/>
          <a:ln>
            <a:noFill/>
          </a:ln>
        </p:spPr>
      </p:pic>
      <p:pic>
        <p:nvPicPr>
          <p:cNvPr id="590" name="Google Shape;590;p83"/>
          <p:cNvPicPr preferRelativeResize="0"/>
          <p:nvPr/>
        </p:nvPicPr>
        <p:blipFill>
          <a:blip r:embed="rId4">
            <a:alphaModFix/>
          </a:blip>
          <a:stretch>
            <a:fillRect/>
          </a:stretch>
        </p:blipFill>
        <p:spPr>
          <a:xfrm>
            <a:off x="4794747" y="3050550"/>
            <a:ext cx="2845104" cy="2045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4"/>
          <p:cNvSpPr txBox="1"/>
          <p:nvPr>
            <p:ph type="title"/>
          </p:nvPr>
        </p:nvSpPr>
        <p:spPr>
          <a:xfrm>
            <a:off x="445625" y="381025"/>
            <a:ext cx="85263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7: Determine Max &amp; Assign Segment</a:t>
            </a:r>
            <a:endParaRPr/>
          </a:p>
        </p:txBody>
      </p:sp>
      <p:sp>
        <p:nvSpPr>
          <p:cNvPr id="596" name="Google Shape;596;p84"/>
          <p:cNvSpPr txBox="1"/>
          <p:nvPr>
            <p:ph idx="2" type="body"/>
          </p:nvPr>
        </p:nvSpPr>
        <p:spPr>
          <a:xfrm>
            <a:off x="137175" y="1466500"/>
            <a:ext cx="3413700" cy="3448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Roboto"/>
                <a:ea typeface="Roboto"/>
                <a:cs typeface="Roboto"/>
                <a:sym typeface="Roboto"/>
              </a:rPr>
              <a:t>Good job - Now all of the hard calculations are all done! Give yourself a high five. We can then move forward with segment assignments. The method we use is a waterfall logic to determine which segment has the biggest probability value. Here is how we do it: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Black"/>
              <a:ea typeface="Roboto Black"/>
              <a:cs typeface="Roboto Black"/>
              <a:sym typeface="Roboto Black"/>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1:</a:t>
            </a:r>
            <a:r>
              <a:rPr lang="en">
                <a:latin typeface="Roboto"/>
                <a:ea typeface="Roboto"/>
                <a:cs typeface="Roboto"/>
                <a:sym typeface="Roboto"/>
              </a:rPr>
              <a:t> Set Embedded Data Field “Max” to segment 1’s probability </a:t>
            </a:r>
            <a:endParaRPr>
              <a:latin typeface="Roboto"/>
              <a:ea typeface="Roboto"/>
              <a:cs typeface="Roboto"/>
              <a:sym typeface="Roboto"/>
            </a:endParaRPr>
          </a:p>
          <a:p>
            <a:pPr indent="-304800" lvl="0" marL="457200" rtl="0" algn="l">
              <a:lnSpc>
                <a:spcPct val="100000"/>
              </a:lnSpc>
              <a:spcBef>
                <a:spcPts val="0"/>
              </a:spcBef>
              <a:spcAft>
                <a:spcPts val="0"/>
              </a:spcAft>
              <a:buSzPts val="1200"/>
              <a:buFont typeface="Roboto"/>
              <a:buChar char="●"/>
            </a:pPr>
            <a:r>
              <a:rPr lang="en">
                <a:latin typeface="Roboto"/>
                <a:ea typeface="Roboto"/>
                <a:cs typeface="Roboto"/>
                <a:sym typeface="Roboto"/>
              </a:rPr>
              <a:t>Max = ${e://Field/Prob1}</a:t>
            </a:r>
            <a:endParaRPr>
              <a:latin typeface="Roboto"/>
              <a:ea typeface="Roboto"/>
              <a:cs typeface="Roboto"/>
              <a:sym typeface="Roboto"/>
            </a:endParaRPr>
          </a:p>
          <a:p>
            <a:pPr indent="-304800" lvl="0" marL="457200" rtl="0" algn="l">
              <a:lnSpc>
                <a:spcPct val="100000"/>
              </a:lnSpc>
              <a:spcBef>
                <a:spcPts val="0"/>
              </a:spcBef>
              <a:spcAft>
                <a:spcPts val="0"/>
              </a:spcAft>
              <a:buSzPts val="1200"/>
              <a:buFont typeface="Roboto"/>
              <a:buChar char="●"/>
            </a:pPr>
            <a:r>
              <a:rPr lang="en">
                <a:latin typeface="Roboto"/>
                <a:ea typeface="Roboto"/>
                <a:cs typeface="Roboto"/>
                <a:sym typeface="Roboto"/>
              </a:rPr>
              <a:t>Seg_n=1</a:t>
            </a:r>
            <a:endParaRPr>
              <a:latin typeface="Roboto"/>
              <a:ea typeface="Roboto"/>
              <a:cs typeface="Roboto"/>
              <a:sym typeface="Roboto"/>
            </a:endParaRPr>
          </a:p>
          <a:p>
            <a:pPr indent="-304800" lvl="0" marL="457200" rtl="0" algn="l">
              <a:lnSpc>
                <a:spcPct val="100000"/>
              </a:lnSpc>
              <a:spcBef>
                <a:spcPts val="0"/>
              </a:spcBef>
              <a:spcAft>
                <a:spcPts val="0"/>
              </a:spcAft>
              <a:buSzPts val="1200"/>
              <a:buFont typeface="Roboto"/>
              <a:buChar char="●"/>
            </a:pPr>
            <a:r>
              <a:rPr lang="en">
                <a:latin typeface="Roboto"/>
                <a:ea typeface="Roboto"/>
                <a:cs typeface="Roboto"/>
                <a:sym typeface="Roboto"/>
              </a:rPr>
              <a:t>Segment Name=Whatever the segment name is</a:t>
            </a:r>
            <a:endParaRPr>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2:</a:t>
            </a:r>
            <a:r>
              <a:rPr lang="en">
                <a:latin typeface="Roboto"/>
                <a:ea typeface="Roboto"/>
                <a:cs typeface="Roboto"/>
                <a:sym typeface="Roboto"/>
              </a:rPr>
              <a:t> Add a separate branch logic for each segment to rewrite the “Max” value so that in the end it is the max value of all segment probability values. </a:t>
            </a:r>
            <a:endParaRPr>
              <a:latin typeface="Roboto Black"/>
              <a:ea typeface="Roboto Black"/>
              <a:cs typeface="Roboto Black"/>
              <a:sym typeface="Roboto Black"/>
            </a:endParaRPr>
          </a:p>
        </p:txBody>
      </p:sp>
      <p:pic>
        <p:nvPicPr>
          <p:cNvPr id="597" name="Google Shape;597;p84"/>
          <p:cNvPicPr preferRelativeResize="0"/>
          <p:nvPr/>
        </p:nvPicPr>
        <p:blipFill>
          <a:blip r:embed="rId3">
            <a:alphaModFix/>
          </a:blip>
          <a:stretch>
            <a:fillRect/>
          </a:stretch>
        </p:blipFill>
        <p:spPr>
          <a:xfrm>
            <a:off x="3926750" y="1503625"/>
            <a:ext cx="5197599" cy="3635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85"/>
          <p:cNvSpPr txBox="1"/>
          <p:nvPr>
            <p:ph type="title"/>
          </p:nvPr>
        </p:nvSpPr>
        <p:spPr>
          <a:xfrm>
            <a:off x="445625" y="419125"/>
            <a:ext cx="85263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8: Set Up the Test Page</a:t>
            </a:r>
            <a:endParaRPr/>
          </a:p>
        </p:txBody>
      </p:sp>
      <p:sp>
        <p:nvSpPr>
          <p:cNvPr id="603" name="Google Shape;603;p85"/>
          <p:cNvSpPr txBox="1"/>
          <p:nvPr>
            <p:ph idx="2" type="body"/>
          </p:nvPr>
        </p:nvSpPr>
        <p:spPr>
          <a:xfrm>
            <a:off x="663975" y="1466500"/>
            <a:ext cx="3413700" cy="3448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Roboto Black"/>
                <a:ea typeface="Roboto Black"/>
                <a:cs typeface="Roboto Black"/>
                <a:sym typeface="Roboto Black"/>
              </a:rPr>
              <a:t>Step 1</a:t>
            </a:r>
            <a:r>
              <a:rPr lang="en">
                <a:latin typeface="Roboto"/>
                <a:ea typeface="Roboto"/>
                <a:cs typeface="Roboto"/>
                <a:sym typeface="Roboto"/>
              </a:rPr>
              <a:t>: Go back to the survey, create a block, name it “test”: I usually include final segment assignment, segment score, and segment probability scores on this page.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2</a:t>
            </a:r>
            <a:r>
              <a:rPr lang="en">
                <a:latin typeface="Roboto"/>
                <a:ea typeface="Roboto"/>
                <a:cs typeface="Roboto"/>
                <a:sym typeface="Roboto"/>
              </a:rPr>
              <a:t>: In the survey flow, set up a branch logic to only display this block under preview mode. </a:t>
            </a:r>
            <a:endParaRPr>
              <a:latin typeface="Roboto"/>
              <a:ea typeface="Roboto"/>
              <a:cs typeface="Roboto"/>
              <a:sym typeface="Roboto"/>
            </a:endParaRPr>
          </a:p>
        </p:txBody>
      </p:sp>
      <p:pic>
        <p:nvPicPr>
          <p:cNvPr id="604" name="Google Shape;604;p85"/>
          <p:cNvPicPr preferRelativeResize="0"/>
          <p:nvPr/>
        </p:nvPicPr>
        <p:blipFill>
          <a:blip r:embed="rId3">
            <a:alphaModFix/>
          </a:blip>
          <a:stretch>
            <a:fillRect/>
          </a:stretch>
        </p:blipFill>
        <p:spPr>
          <a:xfrm>
            <a:off x="5070450" y="1562038"/>
            <a:ext cx="3901475" cy="3257425"/>
          </a:xfrm>
          <a:prstGeom prst="rect">
            <a:avLst/>
          </a:prstGeom>
          <a:noFill/>
          <a:ln>
            <a:noFill/>
          </a:ln>
        </p:spPr>
      </p:pic>
      <p:pic>
        <p:nvPicPr>
          <p:cNvPr id="605" name="Google Shape;605;p85"/>
          <p:cNvPicPr preferRelativeResize="0"/>
          <p:nvPr/>
        </p:nvPicPr>
        <p:blipFill>
          <a:blip r:embed="rId4">
            <a:alphaModFix/>
          </a:blip>
          <a:stretch>
            <a:fillRect/>
          </a:stretch>
        </p:blipFill>
        <p:spPr>
          <a:xfrm>
            <a:off x="213375" y="3169150"/>
            <a:ext cx="4739624" cy="934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6"/>
          <p:cNvSpPr txBox="1"/>
          <p:nvPr>
            <p:ph type="title"/>
          </p:nvPr>
        </p:nvSpPr>
        <p:spPr>
          <a:xfrm>
            <a:off x="445550" y="434375"/>
            <a:ext cx="8526300" cy="68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9: Thoroughly Test The Typing Tool</a:t>
            </a:r>
            <a:endParaRPr/>
          </a:p>
        </p:txBody>
      </p:sp>
      <p:sp>
        <p:nvSpPr>
          <p:cNvPr id="611" name="Google Shape;611;p86"/>
          <p:cNvSpPr txBox="1"/>
          <p:nvPr>
            <p:ph idx="2" type="body"/>
          </p:nvPr>
        </p:nvSpPr>
        <p:spPr>
          <a:xfrm>
            <a:off x="445550" y="1443925"/>
            <a:ext cx="4484700" cy="3699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Roboto Black"/>
                <a:ea typeface="Roboto Black"/>
                <a:cs typeface="Roboto Black"/>
                <a:sym typeface="Roboto Black"/>
              </a:rPr>
              <a:t>Using Test Screen (most common way) </a:t>
            </a:r>
            <a:endParaRPr i="1">
              <a:latin typeface="Roboto Black"/>
              <a:ea typeface="Roboto Black"/>
              <a:cs typeface="Roboto Black"/>
              <a:sym typeface="Roboto Black"/>
            </a:endParaRPr>
          </a:p>
          <a:p>
            <a:pPr indent="-304800" lvl="0" marL="457200" rtl="0" algn="l">
              <a:lnSpc>
                <a:spcPct val="100000"/>
              </a:lnSpc>
              <a:spcBef>
                <a:spcPts val="0"/>
              </a:spcBef>
              <a:spcAft>
                <a:spcPts val="0"/>
              </a:spcAft>
              <a:buSzPts val="1200"/>
              <a:buFont typeface="Roboto"/>
              <a:buChar char="●"/>
            </a:pPr>
            <a:r>
              <a:rPr lang="en">
                <a:latin typeface="Roboto"/>
                <a:ea typeface="Roboto"/>
                <a:cs typeface="Roboto"/>
                <a:sym typeface="Roboto"/>
              </a:rPr>
              <a:t>Go through the survey as a respondent, and compare your test screen to see if they match the excel sheet. </a:t>
            </a:r>
            <a:endParaRPr>
              <a:latin typeface="Roboto"/>
              <a:ea typeface="Roboto"/>
              <a:cs typeface="Roboto"/>
              <a:sym typeface="Roboto"/>
            </a:endParaRPr>
          </a:p>
          <a:p>
            <a:pPr indent="-304800" lvl="0" marL="457200" rtl="0" algn="l">
              <a:lnSpc>
                <a:spcPct val="100000"/>
              </a:lnSpc>
              <a:spcBef>
                <a:spcPts val="0"/>
              </a:spcBef>
              <a:spcAft>
                <a:spcPts val="0"/>
              </a:spcAft>
              <a:buSzPts val="1200"/>
              <a:buFont typeface="Roboto"/>
              <a:buChar char="●"/>
            </a:pPr>
            <a:r>
              <a:rPr lang="en">
                <a:latin typeface="Roboto"/>
                <a:ea typeface="Roboto"/>
                <a:cs typeface="Roboto"/>
                <a:sym typeface="Roboto"/>
              </a:rPr>
              <a:t>Make sure you hit all segments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Using Bulk Scoring </a:t>
            </a:r>
            <a:r>
              <a:rPr i="1" lang="en">
                <a:latin typeface="Roboto Black"/>
                <a:ea typeface="Roboto Black"/>
                <a:cs typeface="Roboto Black"/>
                <a:sym typeface="Roboto Black"/>
              </a:rPr>
              <a:t>(after programming is complete) </a:t>
            </a:r>
            <a:endParaRPr i="1">
              <a:latin typeface="Roboto Black"/>
              <a:ea typeface="Roboto Black"/>
              <a:cs typeface="Roboto Black"/>
              <a:sym typeface="Roboto Black"/>
            </a:endParaRPr>
          </a:p>
          <a:p>
            <a:pPr indent="0" lvl="0" marL="0" rtl="0" algn="l">
              <a:lnSpc>
                <a:spcPct val="100000"/>
              </a:lnSpc>
              <a:spcBef>
                <a:spcPts val="0"/>
              </a:spcBef>
              <a:spcAft>
                <a:spcPts val="0"/>
              </a:spcAft>
              <a:buNone/>
            </a:pPr>
            <a:r>
              <a:rPr lang="en">
                <a:latin typeface="Roboto"/>
                <a:ea typeface="Roboto"/>
                <a:cs typeface="Roboto"/>
                <a:sym typeface="Roboto"/>
              </a:rPr>
              <a:t>Client documents often come with a “Bulk Scoring” tool in which you can assign multiple segments at a time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1: </a:t>
            </a:r>
            <a:r>
              <a:rPr lang="en">
                <a:latin typeface="Roboto"/>
                <a:ea typeface="Roboto"/>
                <a:cs typeface="Roboto"/>
                <a:sym typeface="Roboto"/>
              </a:rPr>
              <a:t>Generate Test Responses (Tools → Review → Generate test responses)</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2: </a:t>
            </a:r>
            <a:r>
              <a:rPr lang="en">
                <a:latin typeface="Roboto"/>
                <a:ea typeface="Roboto"/>
                <a:cs typeface="Roboto"/>
                <a:sym typeface="Roboto"/>
              </a:rPr>
              <a:t>Download relevant embedded data fields in Data &amp; Analysis tab (Deselect “Download all fields”)</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3: </a:t>
            </a:r>
            <a:r>
              <a:rPr lang="en">
                <a:latin typeface="Roboto"/>
                <a:ea typeface="Roboto"/>
                <a:cs typeface="Roboto"/>
                <a:sym typeface="Roboto"/>
              </a:rPr>
              <a:t>Import variables into bulk scoring tool</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Black"/>
                <a:ea typeface="Roboto Black"/>
                <a:cs typeface="Roboto Black"/>
                <a:sym typeface="Roboto Black"/>
              </a:rPr>
              <a:t>Step 4: </a:t>
            </a:r>
            <a:r>
              <a:rPr lang="en">
                <a:latin typeface="Roboto"/>
                <a:ea typeface="Roboto"/>
                <a:cs typeface="Roboto"/>
                <a:sym typeface="Roboto"/>
              </a:rPr>
              <a:t>Compare using the “IF” function and conditional formatting in Excel* (</a:t>
            </a:r>
            <a:r>
              <a:rPr lang="en">
                <a:solidFill>
                  <a:srgbClr val="0000FF"/>
                </a:solidFill>
                <a:latin typeface="Roboto"/>
                <a:ea typeface="Roboto"/>
                <a:cs typeface="Roboto"/>
                <a:sym typeface="Roboto"/>
              </a:rPr>
              <a:t>=IF(CellA=CellB,” ”,”Check”</a:t>
            </a:r>
            <a:r>
              <a:rPr lang="en">
                <a:latin typeface="Roboto"/>
                <a:ea typeface="Roboto"/>
                <a:cs typeface="Roboto"/>
                <a:sym typeface="Roboto"/>
              </a:rPr>
              <a:t>)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rPr lang="en">
                <a:latin typeface="Roboto"/>
                <a:ea typeface="Roboto"/>
                <a:cs typeface="Roboto"/>
                <a:sym typeface="Roboto"/>
              </a:rPr>
              <a:t>*Note: you may need to use the “ROUND” function for the conditional formatting to work properly.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a:p>
            <a:pPr indent="0" lvl="0" marL="0" rtl="0" algn="l">
              <a:lnSpc>
                <a:spcPct val="100000"/>
              </a:lnSpc>
              <a:spcBef>
                <a:spcPts val="0"/>
              </a:spcBef>
              <a:spcAft>
                <a:spcPts val="0"/>
              </a:spcAft>
              <a:buNone/>
            </a:pPr>
            <a:r>
              <a:t/>
            </a:r>
            <a:endParaRPr>
              <a:latin typeface="Roboto"/>
              <a:ea typeface="Roboto"/>
              <a:cs typeface="Roboto"/>
              <a:sym typeface="Roboto"/>
            </a:endParaRPr>
          </a:p>
        </p:txBody>
      </p:sp>
      <p:pic>
        <p:nvPicPr>
          <p:cNvPr id="612" name="Google Shape;612;p86"/>
          <p:cNvPicPr preferRelativeResize="0"/>
          <p:nvPr/>
        </p:nvPicPr>
        <p:blipFill>
          <a:blip r:embed="rId3">
            <a:alphaModFix/>
          </a:blip>
          <a:stretch>
            <a:fillRect/>
          </a:stretch>
        </p:blipFill>
        <p:spPr>
          <a:xfrm>
            <a:off x="5128375" y="1497275"/>
            <a:ext cx="1988700" cy="3577475"/>
          </a:xfrm>
          <a:prstGeom prst="rect">
            <a:avLst/>
          </a:prstGeom>
          <a:noFill/>
          <a:ln>
            <a:noFill/>
          </a:ln>
        </p:spPr>
      </p:pic>
      <p:sp>
        <p:nvSpPr>
          <p:cNvPr id="613" name="Google Shape;613;p86"/>
          <p:cNvSpPr txBox="1"/>
          <p:nvPr>
            <p:ph idx="1" type="subTitle"/>
          </p:nvPr>
        </p:nvSpPr>
        <p:spPr>
          <a:xfrm>
            <a:off x="7315200" y="2731225"/>
            <a:ext cx="1432500" cy="5511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latin typeface="Roboto Black"/>
                <a:ea typeface="Roboto Black"/>
                <a:cs typeface="Roboto Black"/>
                <a:sym typeface="Roboto Black"/>
              </a:rPr>
              <a:t>Note: </a:t>
            </a:r>
            <a:r>
              <a:rPr lang="en">
                <a:latin typeface="Roboto"/>
                <a:ea typeface="Roboto"/>
                <a:cs typeface="Roboto"/>
                <a:sym typeface="Roboto"/>
              </a:rPr>
              <a:t>The QC process is the same as standard programming. </a:t>
            </a:r>
            <a:endParaRPr>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87"/>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Typing Tool Hand-off Process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8"/>
          <p:cNvSpPr txBox="1"/>
          <p:nvPr>
            <p:ph type="title"/>
          </p:nvPr>
        </p:nvSpPr>
        <p:spPr>
          <a:xfrm>
            <a:off x="727650" y="648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QCing a Typing Tool</a:t>
            </a:r>
            <a:endParaRPr sz="2000"/>
          </a:p>
        </p:txBody>
      </p:sp>
      <p:sp>
        <p:nvSpPr>
          <p:cNvPr id="624" name="Google Shape;624;p88"/>
          <p:cNvSpPr txBox="1"/>
          <p:nvPr/>
        </p:nvSpPr>
        <p:spPr>
          <a:xfrm>
            <a:off x="871625" y="1436750"/>
            <a:ext cx="76887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Light"/>
                <a:ea typeface="Roboto Light"/>
                <a:cs typeface="Roboto Light"/>
                <a:sym typeface="Roboto Light"/>
              </a:rPr>
              <a:t>Typing tools work or they don’t. To test, run ~1000 test responses through the survey and verify that they are typed accurately.</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rPr b="1" lang="en">
                <a:solidFill>
                  <a:schemeClr val="dk2"/>
                </a:solidFill>
                <a:latin typeface="Roboto"/>
                <a:ea typeface="Roboto"/>
                <a:cs typeface="Roboto"/>
                <a:sym typeface="Roboto"/>
              </a:rPr>
              <a:t>Why?</a:t>
            </a:r>
            <a:endParaRPr b="1">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Light"/>
              <a:buChar char="●"/>
            </a:pPr>
            <a:r>
              <a:rPr lang="en" sz="1200">
                <a:solidFill>
                  <a:schemeClr val="dk2"/>
                </a:solidFill>
                <a:latin typeface="Roboto Light"/>
                <a:ea typeface="Roboto Light"/>
                <a:cs typeface="Roboto Light"/>
                <a:sym typeface="Roboto Light"/>
              </a:rPr>
              <a:t>Occasionally a typing tool will be nearly completely accurate, causing a small percentage of respondents to be mistyped. For this reason, run 1000 tests.</a:t>
            </a:r>
            <a:endParaRPr sz="1200">
              <a:solidFill>
                <a:schemeClr val="dk2"/>
              </a:solidFill>
              <a:latin typeface="Roboto Light"/>
              <a:ea typeface="Roboto Light"/>
              <a:cs typeface="Roboto Light"/>
              <a:sym typeface="Roboto Light"/>
            </a:endParaRPr>
          </a:p>
          <a:p>
            <a:pPr indent="-304800" lvl="0" marL="457200" rtl="0" algn="l">
              <a:spcBef>
                <a:spcPts val="0"/>
              </a:spcBef>
              <a:spcAft>
                <a:spcPts val="0"/>
              </a:spcAft>
              <a:buClr>
                <a:schemeClr val="dk2"/>
              </a:buClr>
              <a:buSzPts val="1200"/>
              <a:buFont typeface="Roboto Light"/>
              <a:buChar char="●"/>
            </a:pPr>
            <a:r>
              <a:rPr lang="en" sz="1200">
                <a:solidFill>
                  <a:schemeClr val="dk2"/>
                </a:solidFill>
                <a:latin typeface="Roboto Light"/>
                <a:ea typeface="Roboto Light"/>
                <a:cs typeface="Roboto Light"/>
                <a:sym typeface="Roboto Light"/>
              </a:rPr>
              <a:t>Generally, if a small percentage of the tests are mistyped, there is a rounding error, or a minor typo.</a:t>
            </a:r>
            <a:endParaRPr sz="1200">
              <a:solidFill>
                <a:schemeClr val="dk2"/>
              </a:solidFill>
              <a:latin typeface="Roboto Light"/>
              <a:ea typeface="Roboto Light"/>
              <a:cs typeface="Roboto Light"/>
              <a:sym typeface="Roboto Light"/>
            </a:endParaRPr>
          </a:p>
          <a:p>
            <a:pPr indent="-304800" lvl="0" marL="457200" rtl="0" algn="l">
              <a:spcBef>
                <a:spcPts val="0"/>
              </a:spcBef>
              <a:spcAft>
                <a:spcPts val="0"/>
              </a:spcAft>
              <a:buClr>
                <a:schemeClr val="dk2"/>
              </a:buClr>
              <a:buSzPts val="1200"/>
              <a:buFont typeface="Roboto Light"/>
              <a:buChar char="●"/>
            </a:pPr>
            <a:r>
              <a:rPr lang="en" sz="1200">
                <a:solidFill>
                  <a:schemeClr val="dk2"/>
                </a:solidFill>
                <a:latin typeface="Roboto Light"/>
                <a:ea typeface="Roboto Light"/>
                <a:cs typeface="Roboto Light"/>
                <a:sym typeface="Roboto Light"/>
              </a:rPr>
              <a:t>If most are mistyped, there is likely a larger error.</a:t>
            </a:r>
            <a:endParaRPr sz="1200">
              <a:solidFill>
                <a:schemeClr val="dk2"/>
              </a:solidFill>
              <a:latin typeface="Roboto Light"/>
              <a:ea typeface="Roboto Light"/>
              <a:cs typeface="Roboto Light"/>
              <a:sym typeface="Roboto Light"/>
            </a:endParaRPr>
          </a:p>
          <a:p>
            <a:pPr indent="-304800" lvl="0" marL="457200" rtl="0" algn="l">
              <a:spcBef>
                <a:spcPts val="0"/>
              </a:spcBef>
              <a:spcAft>
                <a:spcPts val="0"/>
              </a:spcAft>
              <a:buClr>
                <a:schemeClr val="dk2"/>
              </a:buClr>
              <a:buSzPts val="1200"/>
              <a:buFont typeface="Roboto Light"/>
              <a:buChar char="●"/>
            </a:pPr>
            <a:r>
              <a:rPr lang="en" sz="1200">
                <a:solidFill>
                  <a:schemeClr val="dk2"/>
                </a:solidFill>
                <a:latin typeface="Roboto Light"/>
                <a:ea typeface="Roboto Light"/>
                <a:cs typeface="Roboto Light"/>
                <a:sym typeface="Roboto Light"/>
              </a:rPr>
              <a:t>Following testing the typing tool, where appropriate, follow the RX QC process for survey programming.</a:t>
            </a:r>
            <a:endParaRPr sz="1200">
              <a:solidFill>
                <a:schemeClr val="dk2"/>
              </a:solidFill>
              <a:latin typeface="Roboto Light"/>
              <a:ea typeface="Roboto Light"/>
              <a:cs typeface="Roboto Light"/>
              <a:sym typeface="Roboto Light"/>
            </a:endParaRPr>
          </a:p>
          <a:p>
            <a:pPr indent="0" lvl="0" marL="0" rtl="0" algn="l">
              <a:spcBef>
                <a:spcPts val="0"/>
              </a:spcBef>
              <a:spcAft>
                <a:spcPts val="0"/>
              </a:spcAft>
              <a:buNone/>
            </a:pPr>
            <a:r>
              <a:t/>
            </a:r>
            <a:endParaRPr sz="1200">
              <a:solidFill>
                <a:schemeClr val="dk2"/>
              </a:solidFill>
              <a:latin typeface="Roboto Light"/>
              <a:ea typeface="Roboto Light"/>
              <a:cs typeface="Roboto Light"/>
              <a:sym typeface="Roboto Light"/>
            </a:endParaRPr>
          </a:p>
          <a:p>
            <a:pPr indent="0" lvl="0" marL="0" rtl="0" algn="l">
              <a:spcBef>
                <a:spcPts val="0"/>
              </a:spcBef>
              <a:spcAft>
                <a:spcPts val="0"/>
              </a:spcAft>
              <a:buNone/>
            </a:pPr>
            <a:r>
              <a:rPr lang="en" sz="1100" u="sng">
                <a:solidFill>
                  <a:schemeClr val="hlink"/>
                </a:solidFill>
                <a:latin typeface="Roboto"/>
                <a:ea typeface="Roboto"/>
                <a:cs typeface="Roboto"/>
                <a:sym typeface="Roboto"/>
                <a:hlinkClick r:id="rId3"/>
              </a:rPr>
              <a:t>QC Document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89"/>
          <p:cNvSpPr txBox="1"/>
          <p:nvPr>
            <p:ph type="title"/>
          </p:nvPr>
        </p:nvSpPr>
        <p:spPr>
          <a:xfrm>
            <a:off x="727650" y="648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Reference Surveys </a:t>
            </a:r>
            <a:endParaRPr sz="2000"/>
          </a:p>
        </p:txBody>
      </p:sp>
      <p:sp>
        <p:nvSpPr>
          <p:cNvPr id="630" name="Google Shape;630;p89"/>
          <p:cNvSpPr txBox="1"/>
          <p:nvPr/>
        </p:nvSpPr>
        <p:spPr>
          <a:xfrm>
            <a:off x="871625" y="1436750"/>
            <a:ext cx="76887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Light"/>
                <a:ea typeface="Roboto Light"/>
                <a:cs typeface="Roboto Light"/>
                <a:sym typeface="Roboto Light"/>
              </a:rPr>
              <a:t>Unless it’s a special circumstance, we always recommend the client to use typing tools as a </a:t>
            </a:r>
            <a:r>
              <a:rPr b="1" lang="en">
                <a:solidFill>
                  <a:schemeClr val="dk2"/>
                </a:solidFill>
                <a:latin typeface="Roboto"/>
                <a:ea typeface="Roboto"/>
                <a:cs typeface="Roboto"/>
                <a:sym typeface="Roboto"/>
              </a:rPr>
              <a:t>reference survey</a:t>
            </a:r>
            <a:r>
              <a:rPr lang="en">
                <a:solidFill>
                  <a:schemeClr val="dk2"/>
                </a:solidFill>
                <a:latin typeface="Roboto Light"/>
                <a:ea typeface="Roboto Light"/>
                <a:cs typeface="Roboto Light"/>
                <a:sym typeface="Roboto Light"/>
              </a:rPr>
              <a:t>. </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rPr b="1" lang="en">
                <a:solidFill>
                  <a:schemeClr val="dk2"/>
                </a:solidFill>
                <a:latin typeface="Roboto"/>
                <a:ea typeface="Roboto"/>
                <a:cs typeface="Roboto"/>
                <a:sym typeface="Roboto"/>
              </a:rPr>
              <a:t>Why?</a:t>
            </a:r>
            <a:endParaRPr b="1">
              <a:solidFill>
                <a:schemeClr val="dk2"/>
              </a:solidFill>
              <a:latin typeface="Roboto"/>
              <a:ea typeface="Roboto"/>
              <a:cs typeface="Roboto"/>
              <a:sym typeface="Roboto"/>
            </a:endParaRPr>
          </a:p>
          <a:p>
            <a:pPr indent="-304800" lvl="0" marL="457200" rtl="0" algn="l">
              <a:spcBef>
                <a:spcPts val="0"/>
              </a:spcBef>
              <a:spcAft>
                <a:spcPts val="0"/>
              </a:spcAft>
              <a:buClr>
                <a:schemeClr val="dk2"/>
              </a:buClr>
              <a:buSzPts val="1200"/>
              <a:buFont typeface="Roboto Light"/>
              <a:buChar char="●"/>
            </a:pPr>
            <a:r>
              <a:rPr lang="en" sz="1200">
                <a:solidFill>
                  <a:schemeClr val="dk2"/>
                </a:solidFill>
                <a:latin typeface="Roboto Light"/>
                <a:ea typeface="Roboto Light"/>
                <a:cs typeface="Roboto Light"/>
                <a:sym typeface="Roboto Light"/>
              </a:rPr>
              <a:t>Typing tool calculations can be complicated and sensitive. Reference surveys lock the survey flow so there’s much less risk of the client or their colleagues messing up the calculations within the survey flow.</a:t>
            </a:r>
            <a:endParaRPr sz="1200">
              <a:solidFill>
                <a:schemeClr val="dk2"/>
              </a:solidFill>
              <a:latin typeface="Roboto Light"/>
              <a:ea typeface="Roboto Light"/>
              <a:cs typeface="Roboto Light"/>
              <a:sym typeface="Roboto Light"/>
            </a:endParaRPr>
          </a:p>
          <a:p>
            <a:pPr indent="-304800" lvl="0" marL="457200" rtl="0" algn="l">
              <a:spcBef>
                <a:spcPts val="0"/>
              </a:spcBef>
              <a:spcAft>
                <a:spcPts val="0"/>
              </a:spcAft>
              <a:buClr>
                <a:schemeClr val="dk2"/>
              </a:buClr>
              <a:buSzPts val="1200"/>
              <a:buFont typeface="Roboto Light"/>
              <a:buChar char="●"/>
            </a:pPr>
            <a:r>
              <a:rPr lang="en" sz="1200">
                <a:solidFill>
                  <a:schemeClr val="dk2"/>
                </a:solidFill>
                <a:latin typeface="Roboto Light"/>
                <a:ea typeface="Roboto Light"/>
                <a:cs typeface="Roboto Light"/>
                <a:sym typeface="Roboto Light"/>
              </a:rPr>
              <a:t>Can be reused over and over </a:t>
            </a:r>
            <a:endParaRPr b="1">
              <a:solidFill>
                <a:schemeClr val="dk2"/>
              </a:solidFill>
              <a:latin typeface="Roboto"/>
              <a:ea typeface="Roboto"/>
              <a:cs typeface="Roboto"/>
              <a:sym typeface="Roboto"/>
            </a:endParaRPr>
          </a:p>
          <a:p>
            <a:pPr indent="0" lvl="0" marL="0" rtl="0" algn="l">
              <a:spcBef>
                <a:spcPts val="0"/>
              </a:spcBef>
              <a:spcAft>
                <a:spcPts val="0"/>
              </a:spcAft>
              <a:buNone/>
            </a:pPr>
            <a:r>
              <a:t/>
            </a:r>
            <a:endParaRPr sz="1200">
              <a:solidFill>
                <a:schemeClr val="dk2"/>
              </a:solidFill>
              <a:latin typeface="Roboto Light"/>
              <a:ea typeface="Roboto Light"/>
              <a:cs typeface="Roboto Light"/>
              <a:sym typeface="Roboto Light"/>
            </a:endParaRPr>
          </a:p>
          <a:p>
            <a:pPr indent="0" lvl="0" marL="0" rtl="0" algn="l">
              <a:spcBef>
                <a:spcPts val="0"/>
              </a:spcBef>
              <a:spcAft>
                <a:spcPts val="0"/>
              </a:spcAft>
              <a:buNone/>
            </a:pPr>
            <a:r>
              <a:rPr lang="en" sz="1100" u="sng">
                <a:solidFill>
                  <a:schemeClr val="hlink"/>
                </a:solidFill>
                <a:latin typeface="Roboto"/>
                <a:ea typeface="Roboto"/>
                <a:cs typeface="Roboto"/>
                <a:sym typeface="Roboto"/>
                <a:hlinkClick r:id="rId3"/>
              </a:rPr>
              <a:t>Support Page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90"/>
          <p:cNvSpPr txBox="1"/>
          <p:nvPr>
            <p:ph type="title"/>
          </p:nvPr>
        </p:nvSpPr>
        <p:spPr>
          <a:xfrm>
            <a:off x="727650" y="648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UAT Auto-Text</a:t>
            </a:r>
            <a:endParaRPr sz="2000"/>
          </a:p>
        </p:txBody>
      </p:sp>
      <p:sp>
        <p:nvSpPr>
          <p:cNvPr id="636" name="Google Shape;636;p90"/>
          <p:cNvSpPr txBox="1"/>
          <p:nvPr>
            <p:ph idx="1" type="body"/>
          </p:nvPr>
        </p:nvSpPr>
        <p:spPr>
          <a:xfrm>
            <a:off x="499050" y="1273125"/>
            <a:ext cx="8392500" cy="36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000000"/>
                </a:solidFill>
                <a:latin typeface="Roboto Light"/>
                <a:ea typeface="Roboto Light"/>
                <a:cs typeface="Roboto Light"/>
                <a:sym typeface="Roboto Light"/>
              </a:rPr>
              <a:t>Hi [Client], </a:t>
            </a:r>
            <a:endParaRPr sz="1100">
              <a:solidFill>
                <a:srgbClr val="000000"/>
              </a:solidFill>
              <a:latin typeface="Roboto Light"/>
              <a:ea typeface="Roboto Light"/>
              <a:cs typeface="Roboto Light"/>
              <a:sym typeface="Roboto Light"/>
            </a:endParaRPr>
          </a:p>
          <a:p>
            <a:pPr indent="0" lvl="0" marL="0" rtl="0" algn="l">
              <a:spcBef>
                <a:spcPts val="1600"/>
              </a:spcBef>
              <a:spcAft>
                <a:spcPts val="0"/>
              </a:spcAft>
              <a:buClr>
                <a:schemeClr val="dk1"/>
              </a:buClr>
              <a:buSzPts val="1100"/>
              <a:buFont typeface="Arial"/>
              <a:buNone/>
            </a:pPr>
            <a:r>
              <a:rPr lang="en" sz="1100">
                <a:solidFill>
                  <a:srgbClr val="000000"/>
                </a:solidFill>
                <a:latin typeface="Roboto Light"/>
                <a:ea typeface="Roboto Light"/>
                <a:cs typeface="Roboto Light"/>
                <a:sym typeface="Roboto Light"/>
              </a:rPr>
              <a:t>We have completed the initial construction of the typing tool and tested through it on our end. You can test through the tool using </a:t>
            </a:r>
            <a:r>
              <a:rPr b="1" lang="en" sz="1100" u="sng">
                <a:solidFill>
                  <a:srgbClr val="0000FF"/>
                </a:solidFill>
                <a:latin typeface="Roboto"/>
                <a:ea typeface="Roboto"/>
                <a:cs typeface="Roboto"/>
                <a:sym typeface="Roboto"/>
              </a:rPr>
              <a:t>this link</a:t>
            </a:r>
            <a:r>
              <a:rPr lang="en" sz="1100">
                <a:solidFill>
                  <a:srgbClr val="000000"/>
                </a:solidFill>
                <a:latin typeface="Roboto Light"/>
                <a:ea typeface="Roboto Light"/>
                <a:cs typeface="Roboto Light"/>
                <a:sym typeface="Roboto Light"/>
              </a:rPr>
              <a:t>. I have enabled the back button and question numbers for ease of testing but they will be removed once the survey is moved into your account. I've also attached a Word Doc version of the survey and the documents I referenced while creating the tool. </a:t>
            </a:r>
            <a:endParaRPr sz="1100">
              <a:solidFill>
                <a:srgbClr val="000000"/>
              </a:solidFill>
              <a:latin typeface="Roboto Light"/>
              <a:ea typeface="Roboto Light"/>
              <a:cs typeface="Roboto Light"/>
              <a:sym typeface="Roboto Light"/>
            </a:endParaRPr>
          </a:p>
          <a:p>
            <a:pPr indent="0" lvl="0" marL="0" rtl="0" algn="l">
              <a:spcBef>
                <a:spcPts val="1600"/>
              </a:spcBef>
              <a:spcAft>
                <a:spcPts val="0"/>
              </a:spcAft>
              <a:buNone/>
            </a:pPr>
            <a:r>
              <a:rPr lang="en" sz="1100">
                <a:solidFill>
                  <a:srgbClr val="000000"/>
                </a:solidFill>
                <a:latin typeface="Roboto Light"/>
                <a:ea typeface="Roboto Light"/>
                <a:cs typeface="Roboto Light"/>
                <a:sym typeface="Roboto Light"/>
              </a:rPr>
              <a:t>I have a couple of questions/comments for you: </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For ease of testing, I have disabled randomization logic. This will be added back in once the survey is moved into your account. </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I have enabled a test screen at the end of the survey that includes the predicted segment name, predicted segment number, predicted segment probability as well as all of the segment probabilities. These test screens are only displayed while the survey is in preview mode and will not be shown to actual respondents. </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How many questions would you like per page? (currently one, recommended) </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Would you like to enable force response on all questions? (currently in place, recommended)</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Which Qualtrics account and Library should we move the survey into?</a:t>
            </a:r>
            <a:endParaRPr sz="1100">
              <a:solidFill>
                <a:srgbClr val="000000"/>
              </a:solidFill>
              <a:latin typeface="Roboto Light"/>
              <a:ea typeface="Roboto Light"/>
              <a:cs typeface="Roboto Light"/>
              <a:sym typeface="Roboto Light"/>
            </a:endParaRPr>
          </a:p>
          <a:p>
            <a:pPr indent="0" lvl="0" marL="457200" rtl="0" algn="l">
              <a:spcBef>
                <a:spcPts val="0"/>
              </a:spcBef>
              <a:spcAft>
                <a:spcPts val="0"/>
              </a:spcAft>
              <a:buNone/>
            </a:pPr>
            <a:r>
              <a:t/>
            </a:r>
            <a:endParaRPr sz="1100">
              <a:solidFill>
                <a:srgbClr val="000000"/>
              </a:solidFill>
              <a:latin typeface="Roboto Light"/>
              <a:ea typeface="Roboto Light"/>
              <a:cs typeface="Roboto Light"/>
              <a:sym typeface="Roboto Light"/>
            </a:endParaRPr>
          </a:p>
          <a:p>
            <a:pPr indent="0" lvl="0" marL="0" rtl="0" algn="l">
              <a:spcBef>
                <a:spcPts val="0"/>
              </a:spcBef>
              <a:spcAft>
                <a:spcPts val="0"/>
              </a:spcAft>
              <a:buNone/>
            </a:pPr>
            <a:r>
              <a:rPr lang="en" sz="1100">
                <a:solidFill>
                  <a:srgbClr val="000000"/>
                </a:solidFill>
                <a:latin typeface="Roboto Light"/>
                <a:ea typeface="Roboto Light"/>
                <a:cs typeface="Roboto Light"/>
                <a:sym typeface="Roboto Light"/>
              </a:rPr>
              <a:t>Please let me know if you have any questions or edits prior to moving the survey into your account! </a:t>
            </a:r>
            <a:endParaRPr sz="1100">
              <a:solidFill>
                <a:srgbClr val="000000"/>
              </a:solidFill>
              <a:latin typeface="Roboto Light"/>
              <a:ea typeface="Roboto Light"/>
              <a:cs typeface="Roboto Light"/>
              <a:sym typeface="Roboto Light"/>
            </a:endParaRPr>
          </a:p>
          <a:p>
            <a:pPr indent="0" lvl="0" marL="0" rtl="0" algn="l">
              <a:spcBef>
                <a:spcPts val="1600"/>
              </a:spcBef>
              <a:spcAft>
                <a:spcPts val="1600"/>
              </a:spcAft>
              <a:buNone/>
            </a:pPr>
            <a:r>
              <a:rPr lang="en" sz="1100">
                <a:solidFill>
                  <a:srgbClr val="000000"/>
                </a:solidFill>
                <a:latin typeface="Roboto Light"/>
                <a:ea typeface="Roboto Light"/>
                <a:cs typeface="Roboto Light"/>
                <a:sym typeface="Roboto Light"/>
              </a:rPr>
              <a:t>Thanks,</a:t>
            </a:r>
            <a:endParaRPr sz="1400">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91"/>
          <p:cNvSpPr txBox="1"/>
          <p:nvPr>
            <p:ph type="title"/>
          </p:nvPr>
        </p:nvSpPr>
        <p:spPr>
          <a:xfrm>
            <a:off x="727650" y="648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Importing the Typing Tool into Client’s Account </a:t>
            </a:r>
            <a:endParaRPr sz="2000"/>
          </a:p>
        </p:txBody>
      </p:sp>
      <p:sp>
        <p:nvSpPr>
          <p:cNvPr id="642" name="Google Shape;642;p91"/>
          <p:cNvSpPr txBox="1"/>
          <p:nvPr>
            <p:ph idx="1" type="body"/>
          </p:nvPr>
        </p:nvSpPr>
        <p:spPr>
          <a:xfrm>
            <a:off x="727650" y="1220300"/>
            <a:ext cx="7688700" cy="37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Roboto Light"/>
                <a:ea typeface="Roboto Light"/>
                <a:cs typeface="Roboto Light"/>
                <a:sym typeface="Roboto Light"/>
              </a:rPr>
              <a:t>After moving the survey into the client’s account: </a:t>
            </a:r>
            <a:endParaRPr sz="1200">
              <a:solidFill>
                <a:srgbClr val="000000"/>
              </a:solidFill>
              <a:latin typeface="Roboto Light"/>
              <a:ea typeface="Roboto Light"/>
              <a:cs typeface="Roboto Light"/>
              <a:sym typeface="Roboto Light"/>
            </a:endParaRPr>
          </a:p>
          <a:p>
            <a:pPr indent="-304800" lvl="0" marL="457200" rtl="0" algn="l">
              <a:spcBef>
                <a:spcPts val="0"/>
              </a:spcBef>
              <a:spcAft>
                <a:spcPts val="0"/>
              </a:spcAft>
              <a:buClr>
                <a:srgbClr val="000000"/>
              </a:buClr>
              <a:buSzPts val="1200"/>
              <a:buFont typeface="Roboto Light"/>
              <a:buChar char="●"/>
            </a:pPr>
            <a:r>
              <a:rPr lang="en" sz="1200">
                <a:solidFill>
                  <a:srgbClr val="000000"/>
                </a:solidFill>
                <a:latin typeface="Roboto Light"/>
                <a:ea typeface="Roboto Light"/>
                <a:cs typeface="Roboto Light"/>
                <a:sym typeface="Roboto Light"/>
              </a:rPr>
              <a:t>Enable randomization</a:t>
            </a:r>
            <a:endParaRPr sz="1200">
              <a:solidFill>
                <a:srgbClr val="000000"/>
              </a:solidFill>
              <a:latin typeface="Roboto Light"/>
              <a:ea typeface="Roboto Light"/>
              <a:cs typeface="Roboto Light"/>
              <a:sym typeface="Roboto Light"/>
            </a:endParaRPr>
          </a:p>
          <a:p>
            <a:pPr indent="-304800" lvl="0" marL="457200" rtl="0" algn="l">
              <a:spcBef>
                <a:spcPts val="0"/>
              </a:spcBef>
              <a:spcAft>
                <a:spcPts val="0"/>
              </a:spcAft>
              <a:buClr>
                <a:srgbClr val="000000"/>
              </a:buClr>
              <a:buSzPts val="1200"/>
              <a:buFont typeface="Roboto Light"/>
              <a:buChar char="●"/>
            </a:pPr>
            <a:r>
              <a:rPr lang="en" sz="1200">
                <a:solidFill>
                  <a:srgbClr val="000000"/>
                </a:solidFill>
                <a:latin typeface="Roboto Light"/>
                <a:ea typeface="Roboto Light"/>
                <a:cs typeface="Roboto Light"/>
                <a:sym typeface="Roboto Light"/>
              </a:rPr>
              <a:t>Disable the back button and question numbers</a:t>
            </a:r>
            <a:endParaRPr sz="1200">
              <a:solidFill>
                <a:srgbClr val="000000"/>
              </a:solidFill>
              <a:latin typeface="Roboto Light"/>
              <a:ea typeface="Roboto Light"/>
              <a:cs typeface="Roboto Light"/>
              <a:sym typeface="Roboto Light"/>
            </a:endParaRPr>
          </a:p>
          <a:p>
            <a:pPr indent="-304800" lvl="0" marL="457200" rtl="0" algn="l">
              <a:spcBef>
                <a:spcPts val="0"/>
              </a:spcBef>
              <a:spcAft>
                <a:spcPts val="0"/>
              </a:spcAft>
              <a:buClr>
                <a:srgbClr val="000000"/>
              </a:buClr>
              <a:buSzPts val="1200"/>
              <a:buFont typeface="Roboto Light"/>
              <a:buChar char="●"/>
            </a:pPr>
            <a:r>
              <a:rPr lang="en" sz="1200">
                <a:solidFill>
                  <a:srgbClr val="000000"/>
                </a:solidFill>
                <a:latin typeface="Roboto Light"/>
                <a:ea typeface="Roboto Light"/>
                <a:cs typeface="Roboto Light"/>
                <a:sym typeface="Roboto Light"/>
              </a:rPr>
              <a:t>Add the survey to their specified Library</a:t>
            </a:r>
            <a:endParaRPr sz="1200">
              <a:solidFill>
                <a:srgbClr val="000000"/>
              </a:solidFill>
              <a:latin typeface="Roboto Light"/>
              <a:ea typeface="Roboto Light"/>
              <a:cs typeface="Roboto Light"/>
              <a:sym typeface="Roboto Light"/>
            </a:endParaRPr>
          </a:p>
          <a:p>
            <a:pPr indent="-304800" lvl="0" marL="457200" rtl="0" algn="l">
              <a:spcBef>
                <a:spcPts val="0"/>
              </a:spcBef>
              <a:spcAft>
                <a:spcPts val="0"/>
              </a:spcAft>
              <a:buClr>
                <a:srgbClr val="000000"/>
              </a:buClr>
              <a:buSzPts val="1200"/>
              <a:buFont typeface="Roboto Light"/>
              <a:buChar char="●"/>
            </a:pPr>
            <a:r>
              <a:rPr lang="en" sz="1200">
                <a:solidFill>
                  <a:srgbClr val="000000"/>
                </a:solidFill>
                <a:latin typeface="Roboto Light"/>
                <a:ea typeface="Roboto Light"/>
                <a:cs typeface="Roboto Light"/>
                <a:sym typeface="Roboto Light"/>
              </a:rPr>
              <a:t>If the tool is particularly complicated, we recommend scheduling a call with the client to go over it</a:t>
            </a:r>
            <a:endParaRPr sz="1200">
              <a:solidFill>
                <a:srgbClr val="000000"/>
              </a:solidFill>
              <a:latin typeface="Roboto Light"/>
              <a:ea typeface="Roboto Light"/>
              <a:cs typeface="Roboto Light"/>
              <a:sym typeface="Roboto Light"/>
            </a:endParaRPr>
          </a:p>
          <a:p>
            <a:pPr indent="0" lvl="0" marL="0" rtl="0" algn="l">
              <a:spcBef>
                <a:spcPts val="1600"/>
              </a:spcBef>
              <a:spcAft>
                <a:spcPts val="0"/>
              </a:spcAft>
              <a:buNone/>
            </a:pPr>
            <a:r>
              <a:rPr lang="en" sz="1400">
                <a:solidFill>
                  <a:srgbClr val="000000"/>
                </a:solidFill>
                <a:latin typeface="Roboto Light"/>
                <a:ea typeface="Roboto Light"/>
                <a:cs typeface="Roboto Light"/>
                <a:sym typeface="Roboto Light"/>
              </a:rPr>
              <a:t>Transfer Auto-Text: </a:t>
            </a:r>
            <a:endParaRPr sz="1400">
              <a:solidFill>
                <a:srgbClr val="000000"/>
              </a:solidFill>
              <a:latin typeface="Roboto Light"/>
              <a:ea typeface="Roboto Light"/>
              <a:cs typeface="Roboto Light"/>
              <a:sym typeface="Roboto Light"/>
            </a:endParaRPr>
          </a:p>
          <a:p>
            <a:pPr indent="0" lvl="0" marL="0" rtl="0" algn="l">
              <a:spcBef>
                <a:spcPts val="0"/>
              </a:spcBef>
              <a:spcAft>
                <a:spcPts val="0"/>
              </a:spcAft>
              <a:buNone/>
            </a:pPr>
            <a:r>
              <a:rPr lang="en" sz="1100">
                <a:solidFill>
                  <a:srgbClr val="000000"/>
                </a:solidFill>
                <a:latin typeface="Roboto Light"/>
                <a:ea typeface="Roboto Light"/>
                <a:cs typeface="Roboto Light"/>
                <a:sym typeface="Roboto Light"/>
              </a:rPr>
              <a:t>Hi [Client], </a:t>
            </a:r>
            <a:endParaRPr sz="1100">
              <a:solidFill>
                <a:srgbClr val="000000"/>
              </a:solidFill>
              <a:latin typeface="Roboto Light"/>
              <a:ea typeface="Roboto Light"/>
              <a:cs typeface="Roboto Light"/>
              <a:sym typeface="Roboto Light"/>
            </a:endParaRPr>
          </a:p>
          <a:p>
            <a:pPr indent="0" lvl="0" marL="0" rtl="0" algn="l">
              <a:spcBef>
                <a:spcPts val="0"/>
              </a:spcBef>
              <a:spcAft>
                <a:spcPts val="0"/>
              </a:spcAft>
              <a:buNone/>
            </a:pPr>
            <a:r>
              <a:t/>
            </a:r>
            <a:endParaRPr sz="1100">
              <a:solidFill>
                <a:srgbClr val="000000"/>
              </a:solidFill>
              <a:latin typeface="Roboto Light"/>
              <a:ea typeface="Roboto Light"/>
              <a:cs typeface="Roboto Light"/>
              <a:sym typeface="Roboto Light"/>
            </a:endParaRPr>
          </a:p>
          <a:p>
            <a:pPr indent="0" lvl="0" marL="0" rtl="0" algn="l">
              <a:spcBef>
                <a:spcPts val="0"/>
              </a:spcBef>
              <a:spcAft>
                <a:spcPts val="0"/>
              </a:spcAft>
              <a:buNone/>
            </a:pPr>
            <a:r>
              <a:rPr lang="en" sz="1100">
                <a:solidFill>
                  <a:srgbClr val="000000"/>
                </a:solidFill>
                <a:latin typeface="Roboto Light"/>
                <a:ea typeface="Roboto Light"/>
                <a:cs typeface="Roboto Light"/>
                <a:sym typeface="Roboto Light"/>
              </a:rPr>
              <a:t>I have moved the typing tool into your account. You can find it using the information below: </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Survey Name:</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Survey ID: </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Account: </a:t>
            </a:r>
            <a:endParaRPr sz="1100">
              <a:solidFill>
                <a:srgbClr val="000000"/>
              </a:solidFill>
              <a:latin typeface="Roboto Light"/>
              <a:ea typeface="Roboto Light"/>
              <a:cs typeface="Roboto Light"/>
              <a:sym typeface="Roboto Light"/>
            </a:endParaRPr>
          </a:p>
          <a:p>
            <a:pPr indent="-298450" lvl="0" marL="457200" rtl="0" algn="l">
              <a:spcBef>
                <a:spcPts val="0"/>
              </a:spcBef>
              <a:spcAft>
                <a:spcPts val="0"/>
              </a:spcAft>
              <a:buClr>
                <a:srgbClr val="000000"/>
              </a:buClr>
              <a:buSzPts val="1100"/>
              <a:buFont typeface="Roboto Light"/>
              <a:buChar char="●"/>
            </a:pPr>
            <a:r>
              <a:rPr lang="en" sz="1100">
                <a:solidFill>
                  <a:srgbClr val="000000"/>
                </a:solidFill>
                <a:latin typeface="Roboto Light"/>
                <a:ea typeface="Roboto Light"/>
                <a:cs typeface="Roboto Light"/>
                <a:sym typeface="Roboto Light"/>
              </a:rPr>
              <a:t>Library: </a:t>
            </a:r>
            <a:endParaRPr sz="1100">
              <a:solidFill>
                <a:srgbClr val="000000"/>
              </a:solidFill>
              <a:latin typeface="Roboto Light"/>
              <a:ea typeface="Roboto Light"/>
              <a:cs typeface="Roboto Light"/>
              <a:sym typeface="Roboto Light"/>
            </a:endParaRPr>
          </a:p>
          <a:p>
            <a:pPr indent="0" lvl="0" marL="0" rtl="0" algn="l">
              <a:spcBef>
                <a:spcPts val="0"/>
              </a:spcBef>
              <a:spcAft>
                <a:spcPts val="0"/>
              </a:spcAft>
              <a:buNone/>
            </a:pPr>
            <a:r>
              <a:t/>
            </a:r>
            <a:endParaRPr sz="1100">
              <a:solidFill>
                <a:srgbClr val="000000"/>
              </a:solidFill>
              <a:latin typeface="Roboto Light"/>
              <a:ea typeface="Roboto Light"/>
              <a:cs typeface="Roboto Light"/>
              <a:sym typeface="Roboto Light"/>
            </a:endParaRPr>
          </a:p>
          <a:p>
            <a:pPr indent="0" lvl="0" marL="0" rtl="0" algn="l">
              <a:spcBef>
                <a:spcPts val="0"/>
              </a:spcBef>
              <a:spcAft>
                <a:spcPts val="0"/>
              </a:spcAft>
              <a:buNone/>
            </a:pPr>
            <a:r>
              <a:rPr lang="en" sz="1100">
                <a:solidFill>
                  <a:srgbClr val="000000"/>
                </a:solidFill>
                <a:latin typeface="Roboto Light"/>
                <a:ea typeface="Roboto Light"/>
                <a:cs typeface="Roboto Light"/>
                <a:sym typeface="Roboto Light"/>
              </a:rPr>
              <a:t>As the survey logic is complex and fragile, we highly recommend using this tool as a </a:t>
            </a:r>
            <a:r>
              <a:rPr lang="en" sz="1100" u="sng">
                <a:solidFill>
                  <a:srgbClr val="000000"/>
                </a:solidFill>
                <a:latin typeface="Roboto Light"/>
                <a:ea typeface="Roboto Light"/>
                <a:cs typeface="Roboto Light"/>
                <a:sym typeface="Roboto Light"/>
                <a:hlinkClick r:id="rId3">
                  <a:extLst>
                    <a:ext uri="{A12FA001-AC4F-418D-AE19-62706E023703}">
                      <ahyp:hlinkClr val="tx"/>
                    </a:ext>
                  </a:extLst>
                </a:hlinkClick>
              </a:rPr>
              <a:t>reference survey</a:t>
            </a:r>
            <a:r>
              <a:rPr lang="en" sz="1100">
                <a:solidFill>
                  <a:srgbClr val="000000"/>
                </a:solidFill>
                <a:latin typeface="Roboto Light"/>
                <a:ea typeface="Roboto Light"/>
                <a:cs typeface="Roboto Light"/>
                <a:sym typeface="Roboto Light"/>
              </a:rPr>
              <a:t> and being super careful if you choose to make any edits. Please let me know if you have additional questions or concerns! </a:t>
            </a:r>
            <a:endParaRPr sz="1100">
              <a:solidFill>
                <a:srgbClr val="000000"/>
              </a:solidFill>
              <a:latin typeface="Roboto Light"/>
              <a:ea typeface="Roboto Light"/>
              <a:cs typeface="Roboto Light"/>
              <a:sym typeface="Robot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92"/>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Appendix</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93"/>
          <p:cNvSpPr txBox="1"/>
          <p:nvPr>
            <p:ph type="title"/>
          </p:nvPr>
        </p:nvSpPr>
        <p:spPr>
          <a:xfrm>
            <a:off x="727650" y="648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Common Uncommon Typing Tool Logics and What to Do </a:t>
            </a:r>
            <a:endParaRPr sz="2000"/>
          </a:p>
        </p:txBody>
      </p:sp>
      <p:sp>
        <p:nvSpPr>
          <p:cNvPr id="653" name="Google Shape;653;p93"/>
          <p:cNvSpPr txBox="1"/>
          <p:nvPr/>
        </p:nvSpPr>
        <p:spPr>
          <a:xfrm>
            <a:off x="871625" y="1436750"/>
            <a:ext cx="76887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Light"/>
                <a:ea typeface="Roboto Light"/>
                <a:cs typeface="Roboto Light"/>
                <a:sym typeface="Roboto Light"/>
              </a:rPr>
              <a:t>Change assignment after initial assignment</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Example:</a:t>
            </a:r>
            <a:r>
              <a:rPr lang="en">
                <a:solidFill>
                  <a:schemeClr val="dk2"/>
                </a:solidFill>
                <a:latin typeface="Roboto Light"/>
                <a:ea typeface="Roboto Light"/>
                <a:cs typeface="Roboto Light"/>
                <a:sym typeface="Roboto Light"/>
              </a:rPr>
              <a:t> if initially assigned to segment 6, reassign to segment 2. </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Solution:</a:t>
            </a:r>
            <a:r>
              <a:rPr i="1" lang="en">
                <a:solidFill>
                  <a:schemeClr val="dk2"/>
                </a:solidFill>
                <a:latin typeface="Roboto Light"/>
                <a:ea typeface="Roboto Light"/>
                <a:cs typeface="Roboto Light"/>
                <a:sym typeface="Roboto Light"/>
              </a:rPr>
              <a:t> </a:t>
            </a:r>
            <a:r>
              <a:rPr lang="en">
                <a:solidFill>
                  <a:schemeClr val="dk2"/>
                </a:solidFill>
                <a:latin typeface="Roboto Light"/>
                <a:ea typeface="Roboto Light"/>
                <a:cs typeface="Roboto Light"/>
                <a:sym typeface="Roboto Light"/>
              </a:rPr>
              <a:t>Add branch logic after assignment block to replace segment 6 assignment variables with segment 2.</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rPr lang="en">
                <a:solidFill>
                  <a:schemeClr val="dk2"/>
                </a:solidFill>
                <a:latin typeface="Roboto Light"/>
                <a:ea typeface="Roboto Light"/>
                <a:cs typeface="Roboto Light"/>
                <a:sym typeface="Roboto Light"/>
              </a:rPr>
              <a:t>	</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rPr lang="en">
                <a:solidFill>
                  <a:schemeClr val="dk2"/>
                </a:solidFill>
                <a:latin typeface="Roboto Light"/>
                <a:ea typeface="Roboto Light"/>
                <a:cs typeface="Roboto Light"/>
                <a:sym typeface="Roboto Light"/>
              </a:rPr>
              <a:t>Code strength </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Example:</a:t>
            </a:r>
            <a:r>
              <a:rPr lang="en">
                <a:solidFill>
                  <a:schemeClr val="dk2"/>
                </a:solidFill>
                <a:latin typeface="Roboto Light"/>
                <a:ea typeface="Roboto Light"/>
                <a:cs typeface="Roboto Light"/>
                <a:sym typeface="Roboto Light"/>
              </a:rPr>
              <a:t> if probability is &gt;80%, code as strong, if it is between 30 to 79%, code as moderate, if it is below 30%, code as weak</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Solution:</a:t>
            </a:r>
            <a:r>
              <a:rPr i="1" lang="en">
                <a:solidFill>
                  <a:schemeClr val="dk2"/>
                </a:solidFill>
                <a:latin typeface="Roboto Light"/>
                <a:ea typeface="Roboto Light"/>
                <a:cs typeface="Roboto Light"/>
                <a:sym typeface="Roboto Light"/>
              </a:rPr>
              <a:t> </a:t>
            </a:r>
            <a:r>
              <a:rPr lang="en">
                <a:solidFill>
                  <a:schemeClr val="dk2"/>
                </a:solidFill>
                <a:latin typeface="Roboto Light"/>
                <a:ea typeface="Roboto Light"/>
                <a:cs typeface="Roboto Light"/>
                <a:sym typeface="Roboto Light"/>
              </a:rPr>
              <a:t>add additional branch logic based on the probability value </a:t>
            </a:r>
            <a:endParaRPr>
              <a:solidFill>
                <a:schemeClr val="dk2"/>
              </a:solidFill>
              <a:latin typeface="Roboto Light"/>
              <a:ea typeface="Roboto Light"/>
              <a:cs typeface="Roboto Light"/>
              <a:sym typeface="Roboto Light"/>
            </a:endParaRPr>
          </a:p>
          <a:p>
            <a:pPr indent="0" lvl="0" marL="457200" rtl="0" algn="l">
              <a:spcBef>
                <a:spcPts val="0"/>
              </a:spcBef>
              <a:spcAft>
                <a:spcPts val="0"/>
              </a:spcAft>
              <a:buNone/>
            </a:pPr>
            <a:r>
              <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rPr lang="en">
                <a:solidFill>
                  <a:schemeClr val="dk2"/>
                </a:solidFill>
                <a:latin typeface="Roboto Light"/>
                <a:ea typeface="Roboto Light"/>
                <a:cs typeface="Roboto Light"/>
                <a:sym typeface="Roboto Light"/>
              </a:rPr>
              <a:t>Do not use a Euler power value </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Example:</a:t>
            </a:r>
            <a:r>
              <a:rPr lang="en">
                <a:solidFill>
                  <a:schemeClr val="dk2"/>
                </a:solidFill>
                <a:latin typeface="Roboto Light"/>
                <a:ea typeface="Roboto Light"/>
                <a:cs typeface="Roboto Light"/>
                <a:sym typeface="Roboto Light"/>
              </a:rPr>
              <a:t> The maximum segment score indicates which segment is assigned</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Solution:</a:t>
            </a:r>
            <a:r>
              <a:rPr i="1" lang="en">
                <a:solidFill>
                  <a:schemeClr val="dk2"/>
                </a:solidFill>
                <a:latin typeface="Roboto Light"/>
                <a:ea typeface="Roboto Light"/>
                <a:cs typeface="Roboto Light"/>
                <a:sym typeface="Roboto Light"/>
              </a:rPr>
              <a:t> </a:t>
            </a:r>
            <a:r>
              <a:rPr lang="en">
                <a:solidFill>
                  <a:schemeClr val="dk2"/>
                </a:solidFill>
                <a:latin typeface="Roboto Light"/>
                <a:ea typeface="Roboto Light"/>
                <a:cs typeface="Roboto Light"/>
                <a:sym typeface="Roboto Light"/>
              </a:rPr>
              <a:t>Instead of using maximum probabilities to determine the predicted segment, use the maximum segment score values</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94"/>
          <p:cNvSpPr txBox="1"/>
          <p:nvPr>
            <p:ph type="title"/>
          </p:nvPr>
        </p:nvSpPr>
        <p:spPr>
          <a:xfrm>
            <a:off x="727650" y="648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Common Uncommon Typing Tool Logics and What to Do </a:t>
            </a:r>
            <a:endParaRPr sz="2000"/>
          </a:p>
        </p:txBody>
      </p:sp>
      <p:sp>
        <p:nvSpPr>
          <p:cNvPr id="659" name="Google Shape;659;p94"/>
          <p:cNvSpPr txBox="1"/>
          <p:nvPr/>
        </p:nvSpPr>
        <p:spPr>
          <a:xfrm>
            <a:off x="803850" y="1456100"/>
            <a:ext cx="7688700" cy="318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Light"/>
                <a:ea typeface="Roboto Light"/>
                <a:cs typeface="Roboto Light"/>
                <a:sym typeface="Roboto Light"/>
              </a:rPr>
              <a:t>Different segment calculations based on demographic groups </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Example:</a:t>
            </a:r>
            <a:r>
              <a:rPr lang="en">
                <a:solidFill>
                  <a:schemeClr val="dk2"/>
                </a:solidFill>
                <a:latin typeface="Roboto Light"/>
                <a:ea typeface="Roboto Light"/>
                <a:cs typeface="Roboto Light"/>
                <a:sym typeface="Roboto Light"/>
              </a:rPr>
              <a:t> Females can be assigned segment 1,2, and 3. Males can be assigned segment 4,5, and 6. </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Solution:</a:t>
            </a:r>
            <a:r>
              <a:rPr i="1" lang="en">
                <a:solidFill>
                  <a:schemeClr val="dk2"/>
                </a:solidFill>
                <a:latin typeface="Roboto Light"/>
                <a:ea typeface="Roboto Light"/>
                <a:cs typeface="Roboto Light"/>
                <a:sym typeface="Roboto Light"/>
              </a:rPr>
              <a:t> </a:t>
            </a:r>
            <a:r>
              <a:rPr lang="en">
                <a:solidFill>
                  <a:schemeClr val="dk2"/>
                </a:solidFill>
                <a:latin typeface="Roboto Light"/>
                <a:ea typeface="Roboto Light"/>
                <a:cs typeface="Roboto Light"/>
                <a:sym typeface="Roboto Light"/>
              </a:rPr>
              <a:t>Nest segment calculations for segment 1,2, and 3 under “If female is selected” branch logic. Nest segment calculations for segment 4,5, and 6 under “if male is selected” branch logic.</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rPr lang="en">
                <a:solidFill>
                  <a:schemeClr val="dk2"/>
                </a:solidFill>
                <a:latin typeface="Roboto Light"/>
                <a:ea typeface="Roboto Light"/>
                <a:cs typeface="Roboto Light"/>
                <a:sym typeface="Roboto Light"/>
              </a:rPr>
              <a:t>Variable values is calculated based on logic instead of recoded values </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Example:</a:t>
            </a:r>
            <a:r>
              <a:rPr lang="en">
                <a:solidFill>
                  <a:schemeClr val="dk2"/>
                </a:solidFill>
                <a:latin typeface="Roboto Light"/>
                <a:ea typeface="Roboto Light"/>
                <a:cs typeface="Roboto Light"/>
                <a:sym typeface="Roboto Light"/>
              </a:rPr>
              <a:t> If they select option A for Q1 and B for Q2, assign to segment 1.</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Solution:</a:t>
            </a:r>
            <a:r>
              <a:rPr i="1" lang="en">
                <a:solidFill>
                  <a:schemeClr val="dk2"/>
                </a:solidFill>
                <a:latin typeface="Roboto Light"/>
                <a:ea typeface="Roboto Light"/>
                <a:cs typeface="Roboto Light"/>
                <a:sym typeface="Roboto Light"/>
              </a:rPr>
              <a:t> </a:t>
            </a:r>
            <a:r>
              <a:rPr lang="en">
                <a:solidFill>
                  <a:schemeClr val="dk2"/>
                </a:solidFill>
                <a:latin typeface="Roboto Light"/>
                <a:ea typeface="Roboto Light"/>
                <a:cs typeface="Roboto Light"/>
                <a:sym typeface="Roboto Light"/>
              </a:rPr>
              <a:t>Use branch logic to set conditions for each segment assignment. </a:t>
            </a:r>
            <a:endParaRPr>
              <a:solidFill>
                <a:schemeClr val="dk2"/>
              </a:solidFill>
              <a:latin typeface="Roboto Light"/>
              <a:ea typeface="Roboto Light"/>
              <a:cs typeface="Roboto Light"/>
              <a:sym typeface="Roboto Light"/>
            </a:endParaRPr>
          </a:p>
          <a:p>
            <a:pPr indent="0" lvl="0" marL="0" rtl="0" algn="l">
              <a:spcBef>
                <a:spcPts val="0"/>
              </a:spcBef>
              <a:spcAft>
                <a:spcPts val="0"/>
              </a:spcAft>
              <a:buNone/>
            </a:pPr>
            <a:r>
              <a:t/>
            </a:r>
            <a:endParaRPr>
              <a:solidFill>
                <a:schemeClr val="dk2"/>
              </a:solidFill>
              <a:latin typeface="Roboto Light"/>
              <a:ea typeface="Roboto Light"/>
              <a:cs typeface="Roboto Light"/>
              <a:sym typeface="Robo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5"/>
          <p:cNvSpPr txBox="1"/>
          <p:nvPr>
            <p:ph type="title"/>
          </p:nvPr>
        </p:nvSpPr>
        <p:spPr>
          <a:xfrm>
            <a:off x="727650" y="6487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Common Uncommon Typing Tool Logics and What to Do </a:t>
            </a:r>
            <a:endParaRPr sz="2000"/>
          </a:p>
        </p:txBody>
      </p:sp>
      <p:sp>
        <p:nvSpPr>
          <p:cNvPr id="665" name="Google Shape;665;p95"/>
          <p:cNvSpPr txBox="1"/>
          <p:nvPr/>
        </p:nvSpPr>
        <p:spPr>
          <a:xfrm>
            <a:off x="919600" y="1465525"/>
            <a:ext cx="7688700" cy="318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Light"/>
                <a:ea typeface="Roboto Light"/>
                <a:cs typeface="Roboto Light"/>
                <a:sym typeface="Roboto Light"/>
              </a:rPr>
              <a:t>Secondary Segment</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Example:</a:t>
            </a:r>
            <a:r>
              <a:rPr lang="en">
                <a:solidFill>
                  <a:schemeClr val="dk2"/>
                </a:solidFill>
                <a:latin typeface="Roboto Light"/>
                <a:ea typeface="Roboto Light"/>
                <a:cs typeface="Roboto Light"/>
                <a:sym typeface="Roboto Light"/>
              </a:rPr>
              <a:t> The next-highest probability is the assigned secondary segment. </a:t>
            </a:r>
            <a:endParaRPr>
              <a:solidFill>
                <a:schemeClr val="dk2"/>
              </a:solidFill>
              <a:latin typeface="Roboto Light"/>
              <a:ea typeface="Roboto Light"/>
              <a:cs typeface="Roboto Light"/>
              <a:sym typeface="Roboto Light"/>
            </a:endParaRPr>
          </a:p>
          <a:p>
            <a:pPr indent="-317500" lvl="0" marL="457200" rtl="0" algn="l">
              <a:spcBef>
                <a:spcPts val="0"/>
              </a:spcBef>
              <a:spcAft>
                <a:spcPts val="0"/>
              </a:spcAft>
              <a:buClr>
                <a:schemeClr val="dk2"/>
              </a:buClr>
              <a:buSzPts val="1400"/>
              <a:buFont typeface="Roboto Light"/>
              <a:buChar char="●"/>
            </a:pPr>
            <a:r>
              <a:rPr b="1" i="1" lang="en">
                <a:solidFill>
                  <a:schemeClr val="dk2"/>
                </a:solidFill>
                <a:latin typeface="Roboto"/>
                <a:ea typeface="Roboto"/>
                <a:cs typeface="Roboto"/>
                <a:sym typeface="Roboto"/>
              </a:rPr>
              <a:t>Solution:</a:t>
            </a:r>
            <a:r>
              <a:rPr i="1" lang="en">
                <a:solidFill>
                  <a:schemeClr val="dk2"/>
                </a:solidFill>
                <a:latin typeface="Roboto Light"/>
                <a:ea typeface="Roboto Light"/>
                <a:cs typeface="Roboto Light"/>
                <a:sym typeface="Roboto Light"/>
              </a:rPr>
              <a:t> </a:t>
            </a:r>
            <a:endParaRPr>
              <a:solidFill>
                <a:schemeClr val="dk2"/>
              </a:solidFill>
              <a:latin typeface="Roboto Light"/>
              <a:ea typeface="Roboto Light"/>
              <a:cs typeface="Roboto Light"/>
              <a:sym typeface="Roboto Light"/>
            </a:endParaRPr>
          </a:p>
        </p:txBody>
      </p:sp>
      <p:pic>
        <p:nvPicPr>
          <p:cNvPr id="666" name="Google Shape;666;p95"/>
          <p:cNvPicPr preferRelativeResize="0"/>
          <p:nvPr/>
        </p:nvPicPr>
        <p:blipFill>
          <a:blip r:embed="rId3">
            <a:alphaModFix/>
          </a:blip>
          <a:stretch>
            <a:fillRect/>
          </a:stretch>
        </p:blipFill>
        <p:spPr>
          <a:xfrm>
            <a:off x="2822750" y="2448000"/>
            <a:ext cx="4028849" cy="23732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96"/>
          <p:cNvSpPr txBox="1"/>
          <p:nvPr>
            <p:ph type="title"/>
          </p:nvPr>
        </p:nvSpPr>
        <p:spPr>
          <a:xfrm>
            <a:off x="586800" y="3210625"/>
            <a:ext cx="43500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altrics XM">
  <a:themeElements>
    <a:clrScheme name="Simple Light">
      <a:dk1>
        <a:srgbClr val="000000"/>
      </a:dk1>
      <a:lt1>
        <a:srgbClr val="FFFFFF"/>
      </a:lt1>
      <a:dk2>
        <a:srgbClr val="595959"/>
      </a:dk2>
      <a:lt2>
        <a:srgbClr val="EEEEEE"/>
      </a:lt2>
      <a:accent1>
        <a:srgbClr val="21DBAA"/>
      </a:accent1>
      <a:accent2>
        <a:srgbClr val="03B4F0"/>
      </a:accent2>
      <a:accent3>
        <a:srgbClr val="0768DD"/>
      </a:accent3>
      <a:accent4>
        <a:srgbClr val="5F19E4"/>
      </a:accent4>
      <a:accent5>
        <a:srgbClr val="EDF2F4"/>
      </a:accent5>
      <a:accent6>
        <a:srgbClr val="D8D8D8"/>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