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Roboto Black"/>
      <p:bold r:id="rId32"/>
      <p:boldItalic r:id="rId33"/>
    </p:embeddedFont>
    <p:embeddedFont>
      <p:font typeface="Roboto Thin"/>
      <p:regular r:id="rId34"/>
      <p:bold r:id="rId35"/>
      <p:italic r:id="rId36"/>
      <p:boldItalic r:id="rId37"/>
    </p:embeddedFont>
    <p:embeddedFont>
      <p:font typeface="Roboto Medium"/>
      <p:regular r:id="rId38"/>
      <p:bold r:id="rId39"/>
      <p:italic r:id="rId40"/>
      <p:boldItalic r:id="rId41"/>
    </p:embeddedFont>
    <p:embeddedFont>
      <p:font typeface="Roboto"/>
      <p:regular r:id="rId42"/>
      <p:bold r:id="rId43"/>
      <p:italic r:id="rId44"/>
      <p:boldItalic r:id="rId45"/>
    </p:embeddedFont>
    <p:embeddedFont>
      <p:font typeface="Roboto Light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0" roundtripDataSignature="AMtx7mjk3EqMpFRXS1z/F46UydMwOX+b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B76D38-8994-4EEF-804D-98A27342FA73}">
  <a:tblStyle styleId="{C0B76D38-8994-4EEF-804D-98A27342FA73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8F1"/>
          </a:solidFill>
        </a:fill>
      </a:tcStyle>
    </a:wholeTbl>
    <a:band1H>
      <a:tcTxStyle/>
      <a:tcStyle>
        <a:fill>
          <a:solidFill>
            <a:srgbClr val="CBF1E2"/>
          </a:solidFill>
        </a:fill>
      </a:tcStyle>
    </a:band1H>
    <a:band2H>
      <a:tcTxStyle/>
    </a:band2H>
    <a:band1V>
      <a:tcTxStyle/>
      <a:tcStyle>
        <a:fill>
          <a:solidFill>
            <a:srgbClr val="CBF1E2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edium-italic.fntdata"/><Relationship Id="rId42" Type="http://schemas.openxmlformats.org/officeDocument/2006/relationships/font" Target="fonts/Roboto-regular.fntdata"/><Relationship Id="rId41" Type="http://schemas.openxmlformats.org/officeDocument/2006/relationships/font" Target="fonts/RobotoMedium-boldItalic.fntdata"/><Relationship Id="rId44" Type="http://schemas.openxmlformats.org/officeDocument/2006/relationships/font" Target="fonts/Roboto-italic.fntdata"/><Relationship Id="rId43" Type="http://schemas.openxmlformats.org/officeDocument/2006/relationships/font" Target="fonts/Roboto-bold.fntdata"/><Relationship Id="rId46" Type="http://schemas.openxmlformats.org/officeDocument/2006/relationships/font" Target="fonts/RobotoLight-regular.fntdata"/><Relationship Id="rId45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obotoLight-italic.fntdata"/><Relationship Id="rId47" Type="http://schemas.openxmlformats.org/officeDocument/2006/relationships/font" Target="fonts/RobotoLight-bold.fntdata"/><Relationship Id="rId49" Type="http://schemas.openxmlformats.org/officeDocument/2006/relationships/font" Target="fonts/RobotoLigh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font" Target="fonts/RobotoBlack-boldItalic.fntdata"/><Relationship Id="rId32" Type="http://schemas.openxmlformats.org/officeDocument/2006/relationships/font" Target="fonts/RobotoBlack-bold.fntdata"/><Relationship Id="rId35" Type="http://schemas.openxmlformats.org/officeDocument/2006/relationships/font" Target="fonts/RobotoThin-bold.fntdata"/><Relationship Id="rId34" Type="http://schemas.openxmlformats.org/officeDocument/2006/relationships/font" Target="fonts/RobotoThin-regular.fntdata"/><Relationship Id="rId37" Type="http://schemas.openxmlformats.org/officeDocument/2006/relationships/font" Target="fonts/RobotoThin-boldItalic.fntdata"/><Relationship Id="rId36" Type="http://schemas.openxmlformats.org/officeDocument/2006/relationships/font" Target="fonts/RobotoThin-italic.fntdata"/><Relationship Id="rId39" Type="http://schemas.openxmlformats.org/officeDocument/2006/relationships/font" Target="fonts/RobotoMedium-bold.fntdata"/><Relationship Id="rId38" Type="http://schemas.openxmlformats.org/officeDocument/2006/relationships/font" Target="fonts/RobotoMedium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From partners: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/>
              <a:t>Going beyond what is expected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/>
              <a:t>Capture exactly what they have in mind – knowing your clients needs and wants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/>
              <a:t>Help to make informed decisions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/>
              <a:t>New ways of thinking – new answers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/>
              <a:t>Insightful, thought provoking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0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5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9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XM 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" name="Google Shape;10;p27"/>
          <p:cNvSpPr/>
          <p:nvPr/>
        </p:nvSpPr>
        <p:spPr>
          <a:xfrm flipH="1">
            <a:off x="-20400" y="1656300"/>
            <a:ext cx="9184800" cy="3487200"/>
          </a:xfrm>
          <a:prstGeom prst="round1Rect">
            <a:avLst>
              <a:gd fmla="val 22767" name="adj"/>
            </a:avLst>
          </a:prstGeom>
          <a:gradFill>
            <a:gsLst>
              <a:gs pos="0">
                <a:srgbClr val="27D79A"/>
              </a:gs>
              <a:gs pos="36000">
                <a:srgbClr val="03B4F0"/>
              </a:gs>
              <a:gs pos="70000">
                <a:srgbClr val="0768DD"/>
              </a:gs>
              <a:gs pos="100000">
                <a:srgbClr val="5F1AE5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5822" y="918650"/>
            <a:ext cx="1386128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7"/>
          <p:cNvSpPr txBox="1"/>
          <p:nvPr>
            <p:ph type="title"/>
          </p:nvPr>
        </p:nvSpPr>
        <p:spPr>
          <a:xfrm>
            <a:off x="586800" y="3210625"/>
            <a:ext cx="4350000" cy="14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side XM">
  <p:cSld name="CUSTOM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8"/>
          <p:cNvSpPr/>
          <p:nvPr/>
        </p:nvSpPr>
        <p:spPr>
          <a:xfrm flipH="1">
            <a:off x="4107900" y="0"/>
            <a:ext cx="5036100" cy="5143500"/>
          </a:xfrm>
          <a:prstGeom prst="round1Rect">
            <a:avLst>
              <a:gd fmla="val 22767" name="adj"/>
            </a:avLst>
          </a:prstGeom>
          <a:gradFill>
            <a:gsLst>
              <a:gs pos="0">
                <a:srgbClr val="27D79A"/>
              </a:gs>
              <a:gs pos="36000">
                <a:srgbClr val="03B4F0"/>
              </a:gs>
              <a:gs pos="70000">
                <a:srgbClr val="0768DD"/>
              </a:gs>
              <a:gs pos="100000">
                <a:srgbClr val="5F1AE5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8"/>
          <p:cNvSpPr txBox="1"/>
          <p:nvPr>
            <p:ph type="title"/>
          </p:nvPr>
        </p:nvSpPr>
        <p:spPr>
          <a:xfrm>
            <a:off x="5026450" y="1365610"/>
            <a:ext cx="359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9pPr>
          </a:lstStyle>
          <a:p/>
        </p:txBody>
      </p:sp>
      <p:sp>
        <p:nvSpPr>
          <p:cNvPr id="16" name="Google Shape;16;p28"/>
          <p:cNvSpPr txBox="1"/>
          <p:nvPr>
            <p:ph idx="2" type="title"/>
          </p:nvPr>
        </p:nvSpPr>
        <p:spPr>
          <a:xfrm>
            <a:off x="353525" y="1365610"/>
            <a:ext cx="359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7" name="Google Shape;17;p28"/>
          <p:cNvSpPr txBox="1"/>
          <p:nvPr>
            <p:ph idx="1" type="body"/>
          </p:nvPr>
        </p:nvSpPr>
        <p:spPr>
          <a:xfrm>
            <a:off x="928800" y="1986835"/>
            <a:ext cx="2613900" cy="29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■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Light"/>
              <a:buChar char="■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8" name="Google Shape;18;p28"/>
          <p:cNvSpPr txBox="1"/>
          <p:nvPr>
            <p:ph idx="3" type="body"/>
          </p:nvPr>
        </p:nvSpPr>
        <p:spPr>
          <a:xfrm>
            <a:off x="5298950" y="1986835"/>
            <a:ext cx="3249900" cy="29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●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○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●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○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■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●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○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Font typeface="Roboto Light"/>
              <a:buChar char="■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9" name="Google Shape;19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7276" y="221023"/>
            <a:ext cx="393622" cy="212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XM section header">
  <p:cSld name="MAIN_POI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9"/>
          <p:cNvSpPr/>
          <p:nvPr/>
        </p:nvSpPr>
        <p:spPr>
          <a:xfrm>
            <a:off x="-24450" y="-50450"/>
            <a:ext cx="9192900" cy="5238300"/>
          </a:xfrm>
          <a:prstGeom prst="rect">
            <a:avLst/>
          </a:prstGeom>
          <a:gradFill>
            <a:gsLst>
              <a:gs pos="0">
                <a:srgbClr val="27D79A"/>
              </a:gs>
              <a:gs pos="36000">
                <a:srgbClr val="03B4F0"/>
              </a:gs>
              <a:gs pos="70000">
                <a:srgbClr val="0768DD"/>
              </a:gs>
              <a:gs pos="100000">
                <a:srgbClr val="5F1AE5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27589" y="161100"/>
            <a:ext cx="748275" cy="21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9"/>
          <p:cNvSpPr txBox="1"/>
          <p:nvPr>
            <p:ph type="title"/>
          </p:nvPr>
        </p:nvSpPr>
        <p:spPr>
          <a:xfrm>
            <a:off x="586800" y="3210625"/>
            <a:ext cx="4350000" cy="14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_1">
  <p:cSld name="TITLE_AND_TWO_COLUMNS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" name="Google Shape;26;p30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30"/>
          <p:cNvSpPr/>
          <p:nvPr/>
        </p:nvSpPr>
        <p:spPr>
          <a:xfrm rot="-5400000">
            <a:off x="1742696" y="1027682"/>
            <a:ext cx="45900" cy="372900"/>
          </a:xfrm>
          <a:prstGeom prst="rect">
            <a:avLst/>
          </a:prstGeom>
          <a:solidFill>
            <a:srgbClr val="076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0"/>
          <p:cNvSpPr/>
          <p:nvPr/>
        </p:nvSpPr>
        <p:spPr>
          <a:xfrm rot="-5400000">
            <a:off x="995392" y="1026182"/>
            <a:ext cx="45900" cy="375900"/>
          </a:xfrm>
          <a:prstGeom prst="rect">
            <a:avLst/>
          </a:prstGeom>
          <a:solidFill>
            <a:srgbClr val="21DB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0"/>
          <p:cNvSpPr/>
          <p:nvPr/>
        </p:nvSpPr>
        <p:spPr>
          <a:xfrm rot="-5400000">
            <a:off x="1369796" y="1027682"/>
            <a:ext cx="45900" cy="372900"/>
          </a:xfrm>
          <a:prstGeom prst="rect">
            <a:avLst/>
          </a:prstGeom>
          <a:solidFill>
            <a:srgbClr val="00B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0"/>
          <p:cNvSpPr/>
          <p:nvPr/>
        </p:nvSpPr>
        <p:spPr>
          <a:xfrm rot="-5400000">
            <a:off x="2117092" y="1026182"/>
            <a:ext cx="45900" cy="375900"/>
          </a:xfrm>
          <a:prstGeom prst="rect">
            <a:avLst/>
          </a:prstGeom>
          <a:solidFill>
            <a:srgbClr val="5F1A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0"/>
          <p:cNvSpPr/>
          <p:nvPr/>
        </p:nvSpPr>
        <p:spPr>
          <a:xfrm>
            <a:off x="0" y="-2625"/>
            <a:ext cx="9175800" cy="323400"/>
          </a:xfrm>
          <a:prstGeom prst="rect">
            <a:avLst/>
          </a:prstGeom>
          <a:gradFill>
            <a:gsLst>
              <a:gs pos="0">
                <a:srgbClr val="21DBAA"/>
              </a:gs>
              <a:gs pos="34000">
                <a:srgbClr val="00B4EF"/>
              </a:gs>
              <a:gs pos="67000">
                <a:srgbClr val="0768DD"/>
              </a:gs>
              <a:gs pos="100000">
                <a:srgbClr val="5F1AE5"/>
              </a:gs>
            </a:gsLst>
            <a:lin ang="18900044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" name="Google Shape;34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64375" y="414649"/>
            <a:ext cx="890758" cy="253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XM banner">
  <p:cSld name="CUSTOM_6_1_1_1_1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/>
          <p:nvPr/>
        </p:nvSpPr>
        <p:spPr>
          <a:xfrm>
            <a:off x="275" y="1000"/>
            <a:ext cx="9144000" cy="1424400"/>
          </a:xfrm>
          <a:prstGeom prst="rect">
            <a:avLst/>
          </a:prstGeom>
          <a:gradFill>
            <a:gsLst>
              <a:gs pos="0">
                <a:srgbClr val="27D79A"/>
              </a:gs>
              <a:gs pos="36000">
                <a:srgbClr val="03B4F0"/>
              </a:gs>
              <a:gs pos="70000">
                <a:srgbClr val="0768DD"/>
              </a:gs>
              <a:gs pos="100000">
                <a:srgbClr val="5F1AE5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1"/>
          <p:cNvSpPr txBox="1"/>
          <p:nvPr>
            <p:ph type="title"/>
          </p:nvPr>
        </p:nvSpPr>
        <p:spPr>
          <a:xfrm>
            <a:off x="445550" y="1005875"/>
            <a:ext cx="51744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38" name="Google Shape;38;p31"/>
          <p:cNvSpPr txBox="1"/>
          <p:nvPr>
            <p:ph idx="1" type="subTitle"/>
          </p:nvPr>
        </p:nvSpPr>
        <p:spPr>
          <a:xfrm>
            <a:off x="506375" y="2014125"/>
            <a:ext cx="41211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2" type="body"/>
          </p:nvPr>
        </p:nvSpPr>
        <p:spPr>
          <a:xfrm>
            <a:off x="650975" y="2602850"/>
            <a:ext cx="6765000" cy="20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■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Light"/>
              <a:buChar char="■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XM sidebar ">
  <p:cSld name="CUSTOM_4_4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/>
          <p:nvPr/>
        </p:nvSpPr>
        <p:spPr>
          <a:xfrm>
            <a:off x="275" y="-9000"/>
            <a:ext cx="9144000" cy="5152500"/>
          </a:xfrm>
          <a:prstGeom prst="rect">
            <a:avLst/>
          </a:prstGeom>
          <a:gradFill>
            <a:gsLst>
              <a:gs pos="0">
                <a:srgbClr val="27D79A"/>
              </a:gs>
              <a:gs pos="36000">
                <a:srgbClr val="03B4F0"/>
              </a:gs>
              <a:gs pos="70000">
                <a:srgbClr val="0768DD"/>
              </a:gs>
              <a:gs pos="100000">
                <a:srgbClr val="5F1AE5"/>
              </a:gs>
            </a:gsLst>
            <a:lin ang="2700006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2"/>
          <p:cNvSpPr/>
          <p:nvPr/>
        </p:nvSpPr>
        <p:spPr>
          <a:xfrm flipH="1">
            <a:off x="1352700" y="0"/>
            <a:ext cx="7791300" cy="5143500"/>
          </a:xfrm>
          <a:prstGeom prst="round1Rect">
            <a:avLst>
              <a:gd fmla="val 227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2"/>
          <p:cNvSpPr txBox="1"/>
          <p:nvPr/>
        </p:nvSpPr>
        <p:spPr>
          <a:xfrm>
            <a:off x="2496750" y="1408650"/>
            <a:ext cx="2402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rPr b="0" i="0" lang="en-US" sz="3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2"/>
          <p:cNvSpPr txBox="1"/>
          <p:nvPr>
            <p:ph type="title"/>
          </p:nvPr>
        </p:nvSpPr>
        <p:spPr>
          <a:xfrm>
            <a:off x="1726125" y="696600"/>
            <a:ext cx="70650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45" name="Google Shape;45;p32"/>
          <p:cNvSpPr txBox="1"/>
          <p:nvPr>
            <p:ph idx="2" type="title"/>
          </p:nvPr>
        </p:nvSpPr>
        <p:spPr>
          <a:xfrm>
            <a:off x="1948175" y="2119671"/>
            <a:ext cx="29508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46" name="Google Shape;46;p32"/>
          <p:cNvSpPr txBox="1"/>
          <p:nvPr>
            <p:ph idx="3" type="title"/>
          </p:nvPr>
        </p:nvSpPr>
        <p:spPr>
          <a:xfrm>
            <a:off x="5552275" y="2119671"/>
            <a:ext cx="29508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47" name="Google Shape;47;p32"/>
          <p:cNvSpPr txBox="1"/>
          <p:nvPr>
            <p:ph idx="1" type="body"/>
          </p:nvPr>
        </p:nvSpPr>
        <p:spPr>
          <a:xfrm>
            <a:off x="2089475" y="2563771"/>
            <a:ext cx="28095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  <a:defRPr sz="12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○"/>
              <a:defRPr sz="12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■"/>
              <a:defRPr sz="12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" name="Google Shape;48;p32"/>
          <p:cNvSpPr txBox="1"/>
          <p:nvPr>
            <p:ph idx="4" type="body"/>
          </p:nvPr>
        </p:nvSpPr>
        <p:spPr>
          <a:xfrm>
            <a:off x="5622925" y="2563771"/>
            <a:ext cx="28095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  <a:defRPr sz="12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○"/>
              <a:defRPr sz="12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■"/>
              <a:defRPr sz="12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X section header">
  <p:cSld name="SECTION_TITLE_AND_DESCRIPTION_1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/>
          <p:nvPr/>
        </p:nvSpPr>
        <p:spPr>
          <a:xfrm>
            <a:off x="-24450" y="-50450"/>
            <a:ext cx="9192900" cy="5238300"/>
          </a:xfrm>
          <a:prstGeom prst="rect">
            <a:avLst/>
          </a:prstGeom>
          <a:solidFill>
            <a:srgbClr val="5F19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" name="Google Shape;51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27589" y="161100"/>
            <a:ext cx="748275" cy="21252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3"/>
          <p:cNvSpPr txBox="1"/>
          <p:nvPr>
            <p:ph type="title"/>
          </p:nvPr>
        </p:nvSpPr>
        <p:spPr>
          <a:xfrm>
            <a:off x="586800" y="3210625"/>
            <a:ext cx="4350000" cy="14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ltrics Mountains">
  <p:cSld name="TITLE_1"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utterstock_429987889_edited.jpg" id="54" name="Google Shape;54;p34"/>
          <p:cNvPicPr preferRelativeResize="0"/>
          <p:nvPr/>
        </p:nvPicPr>
        <p:blipFill rotWithShape="1">
          <a:blip r:embed="rId2">
            <a:alphaModFix/>
          </a:blip>
          <a:srcRect b="23590" l="0" r="0" t="21799"/>
          <a:stretch/>
        </p:blipFill>
        <p:spPr>
          <a:xfrm>
            <a:off x="0" y="487825"/>
            <a:ext cx="9144000" cy="465567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93F"/>
              </a:buClr>
              <a:buSzPts val="4200"/>
              <a:buNone/>
              <a:defRPr sz="4200">
                <a:solidFill>
                  <a:srgbClr val="2E39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" name="Google Shape;56;p34"/>
          <p:cNvSpPr txBox="1"/>
          <p:nvPr>
            <p:ph idx="1" type="subTitle"/>
          </p:nvPr>
        </p:nvSpPr>
        <p:spPr>
          <a:xfrm>
            <a:off x="729452" y="2678225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7" name="Google Shape;57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8" name="Google Shape;58;p34"/>
          <p:cNvGrpSpPr/>
          <p:nvPr/>
        </p:nvGrpSpPr>
        <p:grpSpPr>
          <a:xfrm>
            <a:off x="830392" y="1191182"/>
            <a:ext cx="1497600" cy="45900"/>
            <a:chOff x="830392" y="1191182"/>
            <a:chExt cx="1497600" cy="45900"/>
          </a:xfrm>
        </p:grpSpPr>
        <p:sp>
          <p:nvSpPr>
            <p:cNvPr id="59" name="Google Shape;59;p34"/>
            <p:cNvSpPr/>
            <p:nvPr/>
          </p:nvSpPr>
          <p:spPr>
            <a:xfrm rot="-5400000">
              <a:off x="1742696" y="1027682"/>
              <a:ext cx="45900" cy="372900"/>
            </a:xfrm>
            <a:prstGeom prst="rect">
              <a:avLst/>
            </a:prstGeom>
            <a:solidFill>
              <a:srgbClr val="0768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34"/>
            <p:cNvSpPr/>
            <p:nvPr/>
          </p:nvSpPr>
          <p:spPr>
            <a:xfrm rot="-5400000">
              <a:off x="995392" y="1026182"/>
              <a:ext cx="45900" cy="375900"/>
            </a:xfrm>
            <a:prstGeom prst="rect">
              <a:avLst/>
            </a:prstGeom>
            <a:solidFill>
              <a:srgbClr val="21DB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34"/>
            <p:cNvSpPr/>
            <p:nvPr/>
          </p:nvSpPr>
          <p:spPr>
            <a:xfrm rot="-5400000">
              <a:off x="1369796" y="1027682"/>
              <a:ext cx="45900" cy="372900"/>
            </a:xfrm>
            <a:prstGeom prst="rect">
              <a:avLst/>
            </a:prstGeom>
            <a:solidFill>
              <a:srgbClr val="00B4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34"/>
            <p:cNvSpPr/>
            <p:nvPr/>
          </p:nvSpPr>
          <p:spPr>
            <a:xfrm rot="-5400000">
              <a:off x="2117092" y="1026182"/>
              <a:ext cx="45900" cy="375900"/>
            </a:xfrm>
            <a:prstGeom prst="rect">
              <a:avLst/>
            </a:prstGeom>
            <a:solidFill>
              <a:srgbClr val="5F1A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" name="Google Shape;63;p34"/>
          <p:cNvSpPr/>
          <p:nvPr/>
        </p:nvSpPr>
        <p:spPr>
          <a:xfrm>
            <a:off x="0" y="-2625"/>
            <a:ext cx="9175800" cy="323400"/>
          </a:xfrm>
          <a:prstGeom prst="rect">
            <a:avLst/>
          </a:prstGeom>
          <a:gradFill>
            <a:gsLst>
              <a:gs pos="0">
                <a:srgbClr val="21DBAA"/>
              </a:gs>
              <a:gs pos="34000">
                <a:srgbClr val="00B4EF"/>
              </a:gs>
              <a:gs pos="67000">
                <a:srgbClr val="0768DD"/>
              </a:gs>
              <a:gs pos="100000">
                <a:srgbClr val="5F1AE5"/>
              </a:gs>
            </a:gsLst>
            <a:lin ang="18900044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4375" y="414649"/>
            <a:ext cx="890758" cy="253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X title slide" type="secHead">
  <p:cSld name="SECTION_HEAD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7" name="Google Shape;6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35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35"/>
          <p:cNvSpPr/>
          <p:nvPr/>
        </p:nvSpPr>
        <p:spPr>
          <a:xfrm flipH="1">
            <a:off x="-20400" y="1656300"/>
            <a:ext cx="9184800" cy="3487200"/>
          </a:xfrm>
          <a:prstGeom prst="round1Rect">
            <a:avLst>
              <a:gd fmla="val 22767" name="adj"/>
            </a:avLst>
          </a:prstGeom>
          <a:solidFill>
            <a:srgbClr val="27D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8125" y="4219100"/>
            <a:ext cx="444175" cy="4441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5"/>
          <p:cNvSpPr txBox="1"/>
          <p:nvPr>
            <p:ph idx="3" type="title"/>
          </p:nvPr>
        </p:nvSpPr>
        <p:spPr>
          <a:xfrm>
            <a:off x="586800" y="3210625"/>
            <a:ext cx="4350000" cy="14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pic>
        <p:nvPicPr>
          <p:cNvPr id="72" name="Google Shape;7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822" y="918650"/>
            <a:ext cx="1386128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X title slide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5" name="Google Shape;7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36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36"/>
          <p:cNvSpPr/>
          <p:nvPr/>
        </p:nvSpPr>
        <p:spPr>
          <a:xfrm flipH="1">
            <a:off x="-20400" y="1656300"/>
            <a:ext cx="9184800" cy="3487200"/>
          </a:xfrm>
          <a:prstGeom prst="round1Rect">
            <a:avLst>
              <a:gd fmla="val 22767" name="adj"/>
            </a:avLst>
          </a:prstGeom>
          <a:solidFill>
            <a:srgbClr val="03B4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6"/>
          <p:cNvSpPr txBox="1"/>
          <p:nvPr>
            <p:ph idx="3" type="title"/>
          </p:nvPr>
        </p:nvSpPr>
        <p:spPr>
          <a:xfrm>
            <a:off x="586800" y="3210625"/>
            <a:ext cx="4350000" cy="14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pic>
        <p:nvPicPr>
          <p:cNvPr id="79" name="Google Shape;7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27525" y="4219050"/>
            <a:ext cx="444175" cy="44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822" y="918650"/>
            <a:ext cx="1386128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 title slide" type="twoColTx">
  <p:cSld name="TITLE_AND_TWO_COLUMN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3" name="Google Shape;83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37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37"/>
          <p:cNvSpPr/>
          <p:nvPr/>
        </p:nvSpPr>
        <p:spPr>
          <a:xfrm flipH="1">
            <a:off x="-20400" y="1656300"/>
            <a:ext cx="9184800" cy="3487200"/>
          </a:xfrm>
          <a:prstGeom prst="round1Rect">
            <a:avLst>
              <a:gd fmla="val 22767" name="adj"/>
            </a:avLst>
          </a:prstGeom>
          <a:solidFill>
            <a:srgbClr val="076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7"/>
          <p:cNvSpPr txBox="1"/>
          <p:nvPr>
            <p:ph idx="3" type="title"/>
          </p:nvPr>
        </p:nvSpPr>
        <p:spPr>
          <a:xfrm>
            <a:off x="586800" y="3210625"/>
            <a:ext cx="4350000" cy="14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pic>
        <p:nvPicPr>
          <p:cNvPr id="87" name="Google Shape;87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5822" y="918650"/>
            <a:ext cx="1386128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7250" y="4219050"/>
            <a:ext cx="444175" cy="44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X title slide" type="titleOnly">
  <p:cSld name="TITLE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1" name="Google Shape;9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38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38"/>
          <p:cNvSpPr/>
          <p:nvPr/>
        </p:nvSpPr>
        <p:spPr>
          <a:xfrm flipH="1">
            <a:off x="-20400" y="1656300"/>
            <a:ext cx="9184800" cy="3487200"/>
          </a:xfrm>
          <a:prstGeom prst="round1Rect">
            <a:avLst>
              <a:gd fmla="val 22767" name="adj"/>
            </a:avLst>
          </a:prstGeom>
          <a:solidFill>
            <a:srgbClr val="5F19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8"/>
          <p:cNvSpPr txBox="1"/>
          <p:nvPr>
            <p:ph idx="3" type="title"/>
          </p:nvPr>
        </p:nvSpPr>
        <p:spPr>
          <a:xfrm>
            <a:off x="586800" y="3210625"/>
            <a:ext cx="4350000" cy="14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pic>
        <p:nvPicPr>
          <p:cNvPr id="95" name="Google Shape;95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5822" y="918650"/>
            <a:ext cx="1386128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025" y="4178100"/>
            <a:ext cx="485125" cy="48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C title slide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9" name="Google Shape;9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39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39"/>
          <p:cNvSpPr/>
          <p:nvPr/>
        </p:nvSpPr>
        <p:spPr>
          <a:xfrm flipH="1">
            <a:off x="-20400" y="1656300"/>
            <a:ext cx="9184800" cy="3487200"/>
          </a:xfrm>
          <a:prstGeom prst="round1Rect">
            <a:avLst>
              <a:gd fmla="val 227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9"/>
          <p:cNvSpPr txBox="1"/>
          <p:nvPr>
            <p:ph idx="3" type="title"/>
          </p:nvPr>
        </p:nvSpPr>
        <p:spPr>
          <a:xfrm>
            <a:off x="586800" y="3210625"/>
            <a:ext cx="4350000" cy="14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pic>
        <p:nvPicPr>
          <p:cNvPr id="103" name="Google Shape;103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5822" y="918650"/>
            <a:ext cx="1386128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7650" y="4216925"/>
            <a:ext cx="484550" cy="44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X section header">
  <p:cSld name="SECTION_TITLE_AND_DESCRIPTION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0"/>
          <p:cNvSpPr/>
          <p:nvPr/>
        </p:nvSpPr>
        <p:spPr>
          <a:xfrm>
            <a:off x="-24450" y="-50450"/>
            <a:ext cx="9192900" cy="5238300"/>
          </a:xfrm>
          <a:prstGeom prst="rect">
            <a:avLst/>
          </a:prstGeom>
          <a:solidFill>
            <a:srgbClr val="27D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27589" y="161100"/>
            <a:ext cx="748275" cy="21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0"/>
          <p:cNvSpPr txBox="1"/>
          <p:nvPr>
            <p:ph type="title"/>
          </p:nvPr>
        </p:nvSpPr>
        <p:spPr>
          <a:xfrm>
            <a:off x="586800" y="3210625"/>
            <a:ext cx="4350000" cy="14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X section header">
  <p:cSld name="SECTION_TITLE_AND_DESCRIPTION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1"/>
          <p:cNvSpPr/>
          <p:nvPr/>
        </p:nvSpPr>
        <p:spPr>
          <a:xfrm>
            <a:off x="-24450" y="-50450"/>
            <a:ext cx="9192900" cy="5238300"/>
          </a:xfrm>
          <a:prstGeom prst="rect">
            <a:avLst/>
          </a:prstGeom>
          <a:solidFill>
            <a:srgbClr val="00B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27589" y="161100"/>
            <a:ext cx="748275" cy="21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1"/>
          <p:cNvSpPr txBox="1"/>
          <p:nvPr>
            <p:ph type="title"/>
          </p:nvPr>
        </p:nvSpPr>
        <p:spPr>
          <a:xfrm>
            <a:off x="586800" y="3210625"/>
            <a:ext cx="4350000" cy="14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 section header">
  <p:cSld name="SECTION_TITLE_AND_DESCRIPTION_1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2"/>
          <p:cNvSpPr/>
          <p:nvPr/>
        </p:nvSpPr>
        <p:spPr>
          <a:xfrm>
            <a:off x="-24450" y="-50450"/>
            <a:ext cx="9192900" cy="5238300"/>
          </a:xfrm>
          <a:prstGeom prst="rect">
            <a:avLst/>
          </a:prstGeom>
          <a:solidFill>
            <a:srgbClr val="076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27589" y="161100"/>
            <a:ext cx="748275" cy="21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2"/>
          <p:cNvSpPr txBox="1"/>
          <p:nvPr>
            <p:ph type="title"/>
          </p:nvPr>
        </p:nvSpPr>
        <p:spPr>
          <a:xfrm>
            <a:off x="586800" y="3210625"/>
            <a:ext cx="4350000" cy="14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eric divider_CX">
  <p:cSld name="CUSTOM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3"/>
          <p:cNvSpPr/>
          <p:nvPr/>
        </p:nvSpPr>
        <p:spPr>
          <a:xfrm flipH="1">
            <a:off x="2926800" y="0"/>
            <a:ext cx="6217200" cy="5143500"/>
          </a:xfrm>
          <a:prstGeom prst="round1Rect">
            <a:avLst>
              <a:gd fmla="val 22767" name="adj"/>
            </a:avLst>
          </a:prstGeom>
          <a:solidFill>
            <a:srgbClr val="27D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3"/>
          <p:cNvSpPr txBox="1"/>
          <p:nvPr/>
        </p:nvSpPr>
        <p:spPr>
          <a:xfrm>
            <a:off x="2496750" y="1408650"/>
            <a:ext cx="2402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rPr b="0" i="0" lang="en-US" sz="3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3"/>
          <p:cNvSpPr txBox="1"/>
          <p:nvPr>
            <p:ph type="title"/>
          </p:nvPr>
        </p:nvSpPr>
        <p:spPr>
          <a:xfrm>
            <a:off x="4309875" y="2609525"/>
            <a:ext cx="359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121" name="Google Shape;121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425" y="232850"/>
            <a:ext cx="271775" cy="2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eric divider_PX">
  <p:cSld name="CUSTOM_2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4"/>
          <p:cNvSpPr/>
          <p:nvPr/>
        </p:nvSpPr>
        <p:spPr>
          <a:xfrm flipH="1">
            <a:off x="2926800" y="0"/>
            <a:ext cx="6217200" cy="5143500"/>
          </a:xfrm>
          <a:prstGeom prst="round1Rect">
            <a:avLst>
              <a:gd fmla="val 22767" name="adj"/>
            </a:avLst>
          </a:prstGeom>
          <a:solidFill>
            <a:srgbClr val="00B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4"/>
          <p:cNvSpPr txBox="1"/>
          <p:nvPr/>
        </p:nvSpPr>
        <p:spPr>
          <a:xfrm>
            <a:off x="2496750" y="1408650"/>
            <a:ext cx="2402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rPr b="0" i="0" lang="en-US" sz="3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4"/>
          <p:cNvSpPr txBox="1"/>
          <p:nvPr>
            <p:ph type="title"/>
          </p:nvPr>
        </p:nvSpPr>
        <p:spPr>
          <a:xfrm>
            <a:off x="4309875" y="2609525"/>
            <a:ext cx="359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126" name="Google Shape;126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8600" y="228600"/>
            <a:ext cx="265400" cy="27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eric divider_EX">
  <p:cSld name="CUSTOM_2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8600" y="232188"/>
            <a:ext cx="265400" cy="26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5"/>
          <p:cNvSpPr/>
          <p:nvPr/>
        </p:nvSpPr>
        <p:spPr>
          <a:xfrm flipH="1">
            <a:off x="2926800" y="0"/>
            <a:ext cx="6217200" cy="5143500"/>
          </a:xfrm>
          <a:prstGeom prst="round1Rect">
            <a:avLst>
              <a:gd fmla="val 22767" name="adj"/>
            </a:avLst>
          </a:prstGeom>
          <a:solidFill>
            <a:srgbClr val="045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5"/>
          <p:cNvSpPr txBox="1"/>
          <p:nvPr/>
        </p:nvSpPr>
        <p:spPr>
          <a:xfrm>
            <a:off x="2496750" y="1408650"/>
            <a:ext cx="2402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rPr b="0" i="0" lang="en-US" sz="3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5"/>
          <p:cNvSpPr txBox="1"/>
          <p:nvPr>
            <p:ph type="title"/>
          </p:nvPr>
        </p:nvSpPr>
        <p:spPr>
          <a:xfrm>
            <a:off x="4309875" y="2609525"/>
            <a:ext cx="359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eric divider_BX">
  <p:cSld name="CUSTOM_2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8600" y="232190"/>
            <a:ext cx="265400" cy="26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6"/>
          <p:cNvSpPr/>
          <p:nvPr/>
        </p:nvSpPr>
        <p:spPr>
          <a:xfrm flipH="1">
            <a:off x="2926800" y="0"/>
            <a:ext cx="6217200" cy="5143500"/>
          </a:xfrm>
          <a:prstGeom prst="round1Rect">
            <a:avLst>
              <a:gd fmla="val 22767" name="adj"/>
            </a:avLst>
          </a:prstGeom>
          <a:solidFill>
            <a:srgbClr val="5F19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6"/>
          <p:cNvSpPr txBox="1"/>
          <p:nvPr/>
        </p:nvSpPr>
        <p:spPr>
          <a:xfrm>
            <a:off x="2496750" y="1408650"/>
            <a:ext cx="2402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rPr b="0" i="0" lang="en-US" sz="3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6"/>
          <p:cNvSpPr txBox="1"/>
          <p:nvPr>
            <p:ph type="title"/>
          </p:nvPr>
        </p:nvSpPr>
        <p:spPr>
          <a:xfrm>
            <a:off x="4309875" y="2609525"/>
            <a:ext cx="359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eric divider_RC">
  <p:cSld name="CUSTOM_2_1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8600" y="239009"/>
            <a:ext cx="265400" cy="25179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47"/>
          <p:cNvSpPr/>
          <p:nvPr/>
        </p:nvSpPr>
        <p:spPr>
          <a:xfrm flipH="1">
            <a:off x="2926800" y="0"/>
            <a:ext cx="6217200" cy="5143500"/>
          </a:xfrm>
          <a:prstGeom prst="round1Rect">
            <a:avLst>
              <a:gd fmla="val 227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7"/>
          <p:cNvSpPr txBox="1"/>
          <p:nvPr/>
        </p:nvSpPr>
        <p:spPr>
          <a:xfrm>
            <a:off x="2496750" y="1408650"/>
            <a:ext cx="2402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rPr b="0" i="0" lang="en-US" sz="3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7"/>
          <p:cNvSpPr txBox="1"/>
          <p:nvPr>
            <p:ph type="title"/>
          </p:nvPr>
        </p:nvSpPr>
        <p:spPr>
          <a:xfrm>
            <a:off x="4309875" y="2609525"/>
            <a:ext cx="359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eric divider_XM">
  <p:cSld name="CUSTOM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8"/>
          <p:cNvSpPr/>
          <p:nvPr/>
        </p:nvSpPr>
        <p:spPr>
          <a:xfrm flipH="1">
            <a:off x="2926800" y="0"/>
            <a:ext cx="6217200" cy="5143500"/>
          </a:xfrm>
          <a:prstGeom prst="round1Rect">
            <a:avLst>
              <a:gd fmla="val 22767" name="adj"/>
            </a:avLst>
          </a:prstGeom>
          <a:gradFill>
            <a:gsLst>
              <a:gs pos="0">
                <a:srgbClr val="27D79A"/>
              </a:gs>
              <a:gs pos="36000">
                <a:srgbClr val="03B4F0"/>
              </a:gs>
              <a:gs pos="70000">
                <a:srgbClr val="0768DD"/>
              </a:gs>
              <a:gs pos="100000">
                <a:srgbClr val="5F1AE5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8"/>
          <p:cNvSpPr txBox="1"/>
          <p:nvPr/>
        </p:nvSpPr>
        <p:spPr>
          <a:xfrm>
            <a:off x="2496750" y="1408650"/>
            <a:ext cx="2402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rPr b="0" i="0" lang="en-US" sz="3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8"/>
          <p:cNvSpPr txBox="1"/>
          <p:nvPr>
            <p:ph type="title"/>
          </p:nvPr>
        </p:nvSpPr>
        <p:spPr>
          <a:xfrm>
            <a:off x="4309875" y="2609525"/>
            <a:ext cx="359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146" name="Google Shape;146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7276" y="221023"/>
            <a:ext cx="393622" cy="212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X sidebar">
  <p:cSld name="CUSTOM_4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9"/>
          <p:cNvSpPr/>
          <p:nvPr/>
        </p:nvSpPr>
        <p:spPr>
          <a:xfrm>
            <a:off x="275" y="-9000"/>
            <a:ext cx="9144000" cy="5152500"/>
          </a:xfrm>
          <a:prstGeom prst="rect">
            <a:avLst/>
          </a:prstGeom>
          <a:solidFill>
            <a:srgbClr val="21DBA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9"/>
          <p:cNvSpPr/>
          <p:nvPr/>
        </p:nvSpPr>
        <p:spPr>
          <a:xfrm flipH="1">
            <a:off x="1352700" y="0"/>
            <a:ext cx="7791300" cy="5143500"/>
          </a:xfrm>
          <a:prstGeom prst="round1Rect">
            <a:avLst>
              <a:gd fmla="val 227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9"/>
          <p:cNvSpPr txBox="1"/>
          <p:nvPr/>
        </p:nvSpPr>
        <p:spPr>
          <a:xfrm>
            <a:off x="2496750" y="1408650"/>
            <a:ext cx="2402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rPr b="0" i="0" lang="en-US" sz="3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9"/>
          <p:cNvSpPr txBox="1"/>
          <p:nvPr>
            <p:ph type="title"/>
          </p:nvPr>
        </p:nvSpPr>
        <p:spPr>
          <a:xfrm>
            <a:off x="1726125" y="696600"/>
            <a:ext cx="70650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52" name="Google Shape;152;p49"/>
          <p:cNvSpPr txBox="1"/>
          <p:nvPr>
            <p:ph idx="2" type="title"/>
          </p:nvPr>
        </p:nvSpPr>
        <p:spPr>
          <a:xfrm>
            <a:off x="1948175" y="2119671"/>
            <a:ext cx="29508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53" name="Google Shape;153;p49"/>
          <p:cNvSpPr txBox="1"/>
          <p:nvPr>
            <p:ph idx="3" type="title"/>
          </p:nvPr>
        </p:nvSpPr>
        <p:spPr>
          <a:xfrm>
            <a:off x="5552275" y="2119671"/>
            <a:ext cx="29508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54" name="Google Shape;154;p49"/>
          <p:cNvSpPr txBox="1"/>
          <p:nvPr>
            <p:ph idx="1" type="body"/>
          </p:nvPr>
        </p:nvSpPr>
        <p:spPr>
          <a:xfrm>
            <a:off x="2089475" y="2563771"/>
            <a:ext cx="28095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  <a:defRPr sz="12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○"/>
              <a:defRPr sz="12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■"/>
              <a:defRPr sz="12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5" name="Google Shape;155;p49"/>
          <p:cNvSpPr txBox="1"/>
          <p:nvPr>
            <p:ph idx="4" type="body"/>
          </p:nvPr>
        </p:nvSpPr>
        <p:spPr>
          <a:xfrm>
            <a:off x="5622925" y="2563771"/>
            <a:ext cx="28095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  <a:defRPr sz="12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○"/>
              <a:defRPr sz="12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■"/>
              <a:defRPr sz="12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X sidebar">
  <p:cSld name="CUSTOM_4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0"/>
          <p:cNvSpPr/>
          <p:nvPr/>
        </p:nvSpPr>
        <p:spPr>
          <a:xfrm>
            <a:off x="275" y="-9000"/>
            <a:ext cx="9144000" cy="5152500"/>
          </a:xfrm>
          <a:prstGeom prst="rect">
            <a:avLst/>
          </a:prstGeom>
          <a:solidFill>
            <a:srgbClr val="00B4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0"/>
          <p:cNvSpPr/>
          <p:nvPr/>
        </p:nvSpPr>
        <p:spPr>
          <a:xfrm flipH="1">
            <a:off x="1352700" y="0"/>
            <a:ext cx="7791300" cy="5143500"/>
          </a:xfrm>
          <a:prstGeom prst="round1Rect">
            <a:avLst>
              <a:gd fmla="val 227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0"/>
          <p:cNvSpPr txBox="1"/>
          <p:nvPr/>
        </p:nvSpPr>
        <p:spPr>
          <a:xfrm>
            <a:off x="2496750" y="1408650"/>
            <a:ext cx="2402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rPr b="0" i="0" lang="en-US" sz="3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0"/>
          <p:cNvSpPr txBox="1"/>
          <p:nvPr>
            <p:ph type="title"/>
          </p:nvPr>
        </p:nvSpPr>
        <p:spPr>
          <a:xfrm>
            <a:off x="1726125" y="696600"/>
            <a:ext cx="70650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61" name="Google Shape;161;p50"/>
          <p:cNvSpPr txBox="1"/>
          <p:nvPr>
            <p:ph idx="2" type="title"/>
          </p:nvPr>
        </p:nvSpPr>
        <p:spPr>
          <a:xfrm>
            <a:off x="1948175" y="2119671"/>
            <a:ext cx="29508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62" name="Google Shape;162;p50"/>
          <p:cNvSpPr txBox="1"/>
          <p:nvPr>
            <p:ph idx="3" type="title"/>
          </p:nvPr>
        </p:nvSpPr>
        <p:spPr>
          <a:xfrm>
            <a:off x="5552275" y="2119671"/>
            <a:ext cx="29508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63" name="Google Shape;163;p50"/>
          <p:cNvSpPr txBox="1"/>
          <p:nvPr>
            <p:ph idx="1" type="body"/>
          </p:nvPr>
        </p:nvSpPr>
        <p:spPr>
          <a:xfrm>
            <a:off x="2089475" y="2563771"/>
            <a:ext cx="28095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  <a:defRPr sz="12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○"/>
              <a:defRPr sz="12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■"/>
              <a:defRPr sz="12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4" name="Google Shape;164;p50"/>
          <p:cNvSpPr txBox="1"/>
          <p:nvPr>
            <p:ph idx="4" type="body"/>
          </p:nvPr>
        </p:nvSpPr>
        <p:spPr>
          <a:xfrm>
            <a:off x="5622925" y="2563771"/>
            <a:ext cx="28095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  <a:defRPr sz="12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○"/>
              <a:defRPr sz="12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■"/>
              <a:defRPr sz="12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 sidebar">
  <p:cSld name="CUSTOM_4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1"/>
          <p:cNvSpPr/>
          <p:nvPr/>
        </p:nvSpPr>
        <p:spPr>
          <a:xfrm>
            <a:off x="275" y="-9000"/>
            <a:ext cx="9144000" cy="5152500"/>
          </a:xfrm>
          <a:prstGeom prst="rect">
            <a:avLst/>
          </a:prstGeom>
          <a:solidFill>
            <a:srgbClr val="045E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1"/>
          <p:cNvSpPr/>
          <p:nvPr/>
        </p:nvSpPr>
        <p:spPr>
          <a:xfrm flipH="1">
            <a:off x="1352700" y="0"/>
            <a:ext cx="7791300" cy="5143500"/>
          </a:xfrm>
          <a:prstGeom prst="round1Rect">
            <a:avLst>
              <a:gd fmla="val 227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1"/>
          <p:cNvSpPr txBox="1"/>
          <p:nvPr/>
        </p:nvSpPr>
        <p:spPr>
          <a:xfrm>
            <a:off x="2496750" y="1408650"/>
            <a:ext cx="2402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rPr b="0" i="0" lang="en-US" sz="3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1"/>
          <p:cNvSpPr txBox="1"/>
          <p:nvPr>
            <p:ph type="title"/>
          </p:nvPr>
        </p:nvSpPr>
        <p:spPr>
          <a:xfrm>
            <a:off x="1726125" y="696600"/>
            <a:ext cx="70650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70" name="Google Shape;170;p51"/>
          <p:cNvSpPr txBox="1"/>
          <p:nvPr>
            <p:ph idx="2" type="title"/>
          </p:nvPr>
        </p:nvSpPr>
        <p:spPr>
          <a:xfrm>
            <a:off x="1948175" y="2119671"/>
            <a:ext cx="29508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71" name="Google Shape;171;p51"/>
          <p:cNvSpPr txBox="1"/>
          <p:nvPr>
            <p:ph idx="3" type="title"/>
          </p:nvPr>
        </p:nvSpPr>
        <p:spPr>
          <a:xfrm>
            <a:off x="5552275" y="2119671"/>
            <a:ext cx="29508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72" name="Google Shape;172;p51"/>
          <p:cNvSpPr txBox="1"/>
          <p:nvPr>
            <p:ph idx="1" type="body"/>
          </p:nvPr>
        </p:nvSpPr>
        <p:spPr>
          <a:xfrm>
            <a:off x="2089475" y="2563771"/>
            <a:ext cx="28095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  <a:defRPr sz="12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○"/>
              <a:defRPr sz="12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■"/>
              <a:defRPr sz="12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3" name="Google Shape;173;p51"/>
          <p:cNvSpPr txBox="1"/>
          <p:nvPr>
            <p:ph idx="4" type="body"/>
          </p:nvPr>
        </p:nvSpPr>
        <p:spPr>
          <a:xfrm>
            <a:off x="5622925" y="2563771"/>
            <a:ext cx="28095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  <a:defRPr sz="12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○"/>
              <a:defRPr sz="12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■"/>
              <a:defRPr sz="12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X sidebar">
  <p:cSld name="CUSTOM_4_3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2"/>
          <p:cNvSpPr/>
          <p:nvPr/>
        </p:nvSpPr>
        <p:spPr>
          <a:xfrm>
            <a:off x="275" y="-9000"/>
            <a:ext cx="9144000" cy="5152500"/>
          </a:xfrm>
          <a:prstGeom prst="rect">
            <a:avLst/>
          </a:prstGeom>
          <a:solidFill>
            <a:srgbClr val="5F19E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2"/>
          <p:cNvSpPr/>
          <p:nvPr/>
        </p:nvSpPr>
        <p:spPr>
          <a:xfrm flipH="1">
            <a:off x="1352700" y="0"/>
            <a:ext cx="7791300" cy="5143500"/>
          </a:xfrm>
          <a:prstGeom prst="round1Rect">
            <a:avLst>
              <a:gd fmla="val 227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2"/>
          <p:cNvSpPr txBox="1"/>
          <p:nvPr/>
        </p:nvSpPr>
        <p:spPr>
          <a:xfrm>
            <a:off x="2496750" y="1408650"/>
            <a:ext cx="2402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rPr b="0" i="0" lang="en-US" sz="3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2"/>
          <p:cNvSpPr txBox="1"/>
          <p:nvPr>
            <p:ph type="title"/>
          </p:nvPr>
        </p:nvSpPr>
        <p:spPr>
          <a:xfrm>
            <a:off x="1726125" y="696600"/>
            <a:ext cx="70650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79" name="Google Shape;179;p52"/>
          <p:cNvSpPr txBox="1"/>
          <p:nvPr>
            <p:ph idx="2" type="title"/>
          </p:nvPr>
        </p:nvSpPr>
        <p:spPr>
          <a:xfrm>
            <a:off x="1948175" y="2119671"/>
            <a:ext cx="29508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80" name="Google Shape;180;p52"/>
          <p:cNvSpPr txBox="1"/>
          <p:nvPr>
            <p:ph idx="3" type="title"/>
          </p:nvPr>
        </p:nvSpPr>
        <p:spPr>
          <a:xfrm>
            <a:off x="5552275" y="2119671"/>
            <a:ext cx="29508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81" name="Google Shape;181;p52"/>
          <p:cNvSpPr txBox="1"/>
          <p:nvPr>
            <p:ph idx="1" type="body"/>
          </p:nvPr>
        </p:nvSpPr>
        <p:spPr>
          <a:xfrm>
            <a:off x="2089475" y="2563771"/>
            <a:ext cx="28095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  <a:defRPr sz="12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○"/>
              <a:defRPr sz="12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■"/>
              <a:defRPr sz="12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2" name="Google Shape;182;p52"/>
          <p:cNvSpPr txBox="1"/>
          <p:nvPr>
            <p:ph idx="4" type="body"/>
          </p:nvPr>
        </p:nvSpPr>
        <p:spPr>
          <a:xfrm>
            <a:off x="5622925" y="2563771"/>
            <a:ext cx="28095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  <a:defRPr sz="12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○"/>
              <a:defRPr sz="12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■"/>
              <a:defRPr sz="12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C sidebar">
  <p:cSld name="CUSTOM_4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3"/>
          <p:cNvSpPr/>
          <p:nvPr/>
        </p:nvSpPr>
        <p:spPr>
          <a:xfrm>
            <a:off x="275" y="-9000"/>
            <a:ext cx="9144000" cy="5152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3"/>
          <p:cNvSpPr/>
          <p:nvPr/>
        </p:nvSpPr>
        <p:spPr>
          <a:xfrm flipH="1">
            <a:off x="1352700" y="0"/>
            <a:ext cx="7791300" cy="5143500"/>
          </a:xfrm>
          <a:prstGeom prst="round1Rect">
            <a:avLst>
              <a:gd fmla="val 227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3"/>
          <p:cNvSpPr txBox="1"/>
          <p:nvPr/>
        </p:nvSpPr>
        <p:spPr>
          <a:xfrm>
            <a:off x="2496750" y="1408650"/>
            <a:ext cx="2402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rPr b="0" i="0" lang="en-US" sz="3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3"/>
          <p:cNvSpPr txBox="1"/>
          <p:nvPr>
            <p:ph type="title"/>
          </p:nvPr>
        </p:nvSpPr>
        <p:spPr>
          <a:xfrm>
            <a:off x="1726125" y="696600"/>
            <a:ext cx="70650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88" name="Google Shape;188;p53"/>
          <p:cNvSpPr txBox="1"/>
          <p:nvPr>
            <p:ph idx="2" type="title"/>
          </p:nvPr>
        </p:nvSpPr>
        <p:spPr>
          <a:xfrm>
            <a:off x="1948175" y="2119671"/>
            <a:ext cx="29508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89" name="Google Shape;189;p53"/>
          <p:cNvSpPr txBox="1"/>
          <p:nvPr>
            <p:ph idx="3" type="title"/>
          </p:nvPr>
        </p:nvSpPr>
        <p:spPr>
          <a:xfrm>
            <a:off x="5552275" y="2119671"/>
            <a:ext cx="29508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90" name="Google Shape;190;p53"/>
          <p:cNvSpPr txBox="1"/>
          <p:nvPr>
            <p:ph idx="1" type="body"/>
          </p:nvPr>
        </p:nvSpPr>
        <p:spPr>
          <a:xfrm>
            <a:off x="2089475" y="2563771"/>
            <a:ext cx="28095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  <a:defRPr sz="12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○"/>
              <a:defRPr sz="12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■"/>
              <a:defRPr sz="12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1" name="Google Shape;191;p53"/>
          <p:cNvSpPr txBox="1"/>
          <p:nvPr>
            <p:ph idx="4" type="body"/>
          </p:nvPr>
        </p:nvSpPr>
        <p:spPr>
          <a:xfrm>
            <a:off x="5622925" y="2563771"/>
            <a:ext cx="28095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  <a:defRPr sz="12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○"/>
              <a:defRPr sz="12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■"/>
              <a:defRPr sz="12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X sidebar 4 columns">
  <p:cSld name="CUSTOM_4_4_1_1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4"/>
          <p:cNvSpPr/>
          <p:nvPr/>
        </p:nvSpPr>
        <p:spPr>
          <a:xfrm>
            <a:off x="275" y="-9000"/>
            <a:ext cx="9144000" cy="5152500"/>
          </a:xfrm>
          <a:prstGeom prst="rect">
            <a:avLst/>
          </a:prstGeom>
          <a:solidFill>
            <a:srgbClr val="21DBA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4"/>
          <p:cNvSpPr/>
          <p:nvPr/>
        </p:nvSpPr>
        <p:spPr>
          <a:xfrm flipH="1">
            <a:off x="1352700" y="0"/>
            <a:ext cx="7791300" cy="5143500"/>
          </a:xfrm>
          <a:prstGeom prst="round1Rect">
            <a:avLst>
              <a:gd fmla="val 227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4"/>
          <p:cNvSpPr txBox="1"/>
          <p:nvPr/>
        </p:nvSpPr>
        <p:spPr>
          <a:xfrm>
            <a:off x="2496750" y="1408650"/>
            <a:ext cx="2402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rPr b="0" i="0" lang="en-US" sz="3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4"/>
          <p:cNvSpPr txBox="1"/>
          <p:nvPr>
            <p:ph type="title"/>
          </p:nvPr>
        </p:nvSpPr>
        <p:spPr>
          <a:xfrm>
            <a:off x="1726125" y="696600"/>
            <a:ext cx="70650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97" name="Google Shape;197;p54"/>
          <p:cNvSpPr txBox="1"/>
          <p:nvPr>
            <p:ph idx="2" type="title"/>
          </p:nvPr>
        </p:nvSpPr>
        <p:spPr>
          <a:xfrm>
            <a:off x="1719575" y="2119675"/>
            <a:ext cx="1554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98" name="Google Shape;198;p54"/>
          <p:cNvSpPr txBox="1"/>
          <p:nvPr>
            <p:ph idx="1" type="body"/>
          </p:nvPr>
        </p:nvSpPr>
        <p:spPr>
          <a:xfrm>
            <a:off x="1719575" y="2745475"/>
            <a:ext cx="15543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Thin"/>
              <a:buChar char="●"/>
              <a:defRPr sz="10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○"/>
              <a:defRPr sz="10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■"/>
              <a:defRPr sz="10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9" name="Google Shape;199;p54"/>
          <p:cNvSpPr txBox="1"/>
          <p:nvPr>
            <p:ph idx="3" type="title"/>
          </p:nvPr>
        </p:nvSpPr>
        <p:spPr>
          <a:xfrm>
            <a:off x="3566525" y="2119675"/>
            <a:ext cx="1554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00" name="Google Shape;200;p54"/>
          <p:cNvSpPr txBox="1"/>
          <p:nvPr>
            <p:ph idx="4" type="body"/>
          </p:nvPr>
        </p:nvSpPr>
        <p:spPr>
          <a:xfrm>
            <a:off x="3566525" y="2745475"/>
            <a:ext cx="15543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Thin"/>
              <a:buChar char="●"/>
              <a:defRPr sz="10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○"/>
              <a:defRPr sz="10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■"/>
              <a:defRPr sz="10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1" name="Google Shape;201;p54"/>
          <p:cNvSpPr txBox="1"/>
          <p:nvPr>
            <p:ph idx="5" type="title"/>
          </p:nvPr>
        </p:nvSpPr>
        <p:spPr>
          <a:xfrm>
            <a:off x="5413475" y="2119675"/>
            <a:ext cx="1554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02" name="Google Shape;202;p54"/>
          <p:cNvSpPr txBox="1"/>
          <p:nvPr>
            <p:ph idx="6" type="body"/>
          </p:nvPr>
        </p:nvSpPr>
        <p:spPr>
          <a:xfrm>
            <a:off x="5413475" y="2745475"/>
            <a:ext cx="15543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Thin"/>
              <a:buChar char="●"/>
              <a:defRPr sz="10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○"/>
              <a:defRPr sz="10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■"/>
              <a:defRPr sz="10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3" name="Google Shape;203;p54"/>
          <p:cNvSpPr txBox="1"/>
          <p:nvPr>
            <p:ph idx="7" type="title"/>
          </p:nvPr>
        </p:nvSpPr>
        <p:spPr>
          <a:xfrm>
            <a:off x="7260425" y="2119675"/>
            <a:ext cx="1554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04" name="Google Shape;204;p54"/>
          <p:cNvSpPr txBox="1"/>
          <p:nvPr>
            <p:ph idx="8" type="body"/>
          </p:nvPr>
        </p:nvSpPr>
        <p:spPr>
          <a:xfrm>
            <a:off x="7260425" y="2745475"/>
            <a:ext cx="15543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Thin"/>
              <a:buChar char="●"/>
              <a:defRPr sz="10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○"/>
              <a:defRPr sz="10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■"/>
              <a:defRPr sz="10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X sidebar 4 columns">
  <p:cSld name="CUSTOM_4_4_1_1_1_1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5"/>
          <p:cNvSpPr/>
          <p:nvPr/>
        </p:nvSpPr>
        <p:spPr>
          <a:xfrm>
            <a:off x="275" y="-9000"/>
            <a:ext cx="9144000" cy="5152500"/>
          </a:xfrm>
          <a:prstGeom prst="rect">
            <a:avLst/>
          </a:prstGeom>
          <a:solidFill>
            <a:srgbClr val="00B4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5"/>
          <p:cNvSpPr/>
          <p:nvPr/>
        </p:nvSpPr>
        <p:spPr>
          <a:xfrm flipH="1">
            <a:off x="1352700" y="0"/>
            <a:ext cx="7791300" cy="5143500"/>
          </a:xfrm>
          <a:prstGeom prst="round1Rect">
            <a:avLst>
              <a:gd fmla="val 227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5"/>
          <p:cNvSpPr txBox="1"/>
          <p:nvPr/>
        </p:nvSpPr>
        <p:spPr>
          <a:xfrm>
            <a:off x="2496750" y="1408650"/>
            <a:ext cx="2402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rPr b="0" i="0" lang="en-US" sz="3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5"/>
          <p:cNvSpPr txBox="1"/>
          <p:nvPr>
            <p:ph type="title"/>
          </p:nvPr>
        </p:nvSpPr>
        <p:spPr>
          <a:xfrm>
            <a:off x="1726125" y="696600"/>
            <a:ext cx="70650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10" name="Google Shape;210;p55"/>
          <p:cNvSpPr txBox="1"/>
          <p:nvPr>
            <p:ph idx="2" type="title"/>
          </p:nvPr>
        </p:nvSpPr>
        <p:spPr>
          <a:xfrm>
            <a:off x="1719575" y="2119675"/>
            <a:ext cx="1554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11" name="Google Shape;211;p55"/>
          <p:cNvSpPr txBox="1"/>
          <p:nvPr>
            <p:ph idx="1" type="body"/>
          </p:nvPr>
        </p:nvSpPr>
        <p:spPr>
          <a:xfrm>
            <a:off x="1719575" y="2745475"/>
            <a:ext cx="15543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Thin"/>
              <a:buChar char="●"/>
              <a:defRPr sz="10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○"/>
              <a:defRPr sz="10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■"/>
              <a:defRPr sz="10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2" name="Google Shape;212;p55"/>
          <p:cNvSpPr txBox="1"/>
          <p:nvPr>
            <p:ph idx="3" type="title"/>
          </p:nvPr>
        </p:nvSpPr>
        <p:spPr>
          <a:xfrm>
            <a:off x="3566525" y="2119675"/>
            <a:ext cx="1554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13" name="Google Shape;213;p55"/>
          <p:cNvSpPr txBox="1"/>
          <p:nvPr>
            <p:ph idx="4" type="body"/>
          </p:nvPr>
        </p:nvSpPr>
        <p:spPr>
          <a:xfrm>
            <a:off x="3566525" y="2745475"/>
            <a:ext cx="15543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Thin"/>
              <a:buChar char="●"/>
              <a:defRPr sz="10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○"/>
              <a:defRPr sz="10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■"/>
              <a:defRPr sz="10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4" name="Google Shape;214;p55"/>
          <p:cNvSpPr txBox="1"/>
          <p:nvPr>
            <p:ph idx="5" type="title"/>
          </p:nvPr>
        </p:nvSpPr>
        <p:spPr>
          <a:xfrm>
            <a:off x="5413475" y="2119675"/>
            <a:ext cx="1554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15" name="Google Shape;215;p55"/>
          <p:cNvSpPr txBox="1"/>
          <p:nvPr>
            <p:ph idx="6" type="body"/>
          </p:nvPr>
        </p:nvSpPr>
        <p:spPr>
          <a:xfrm>
            <a:off x="5413475" y="2745475"/>
            <a:ext cx="15543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Thin"/>
              <a:buChar char="●"/>
              <a:defRPr sz="10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○"/>
              <a:defRPr sz="10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■"/>
              <a:defRPr sz="10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6" name="Google Shape;216;p55"/>
          <p:cNvSpPr txBox="1"/>
          <p:nvPr>
            <p:ph idx="7" type="title"/>
          </p:nvPr>
        </p:nvSpPr>
        <p:spPr>
          <a:xfrm>
            <a:off x="7260425" y="2119675"/>
            <a:ext cx="1554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17" name="Google Shape;217;p55"/>
          <p:cNvSpPr txBox="1"/>
          <p:nvPr>
            <p:ph idx="8" type="body"/>
          </p:nvPr>
        </p:nvSpPr>
        <p:spPr>
          <a:xfrm>
            <a:off x="7260425" y="2745475"/>
            <a:ext cx="15543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Thin"/>
              <a:buChar char="●"/>
              <a:defRPr sz="10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○"/>
              <a:defRPr sz="10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■"/>
              <a:defRPr sz="10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 sidebar 4 columns">
  <p:cSld name="CUSTOM_4_4_1_1_1_1_1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6"/>
          <p:cNvSpPr/>
          <p:nvPr/>
        </p:nvSpPr>
        <p:spPr>
          <a:xfrm>
            <a:off x="275" y="-9000"/>
            <a:ext cx="9144000" cy="5152500"/>
          </a:xfrm>
          <a:prstGeom prst="rect">
            <a:avLst/>
          </a:prstGeom>
          <a:solidFill>
            <a:srgbClr val="045E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56"/>
          <p:cNvSpPr/>
          <p:nvPr/>
        </p:nvSpPr>
        <p:spPr>
          <a:xfrm flipH="1">
            <a:off x="1352700" y="0"/>
            <a:ext cx="7791300" cy="5143500"/>
          </a:xfrm>
          <a:prstGeom prst="round1Rect">
            <a:avLst>
              <a:gd fmla="val 227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56"/>
          <p:cNvSpPr txBox="1"/>
          <p:nvPr/>
        </p:nvSpPr>
        <p:spPr>
          <a:xfrm>
            <a:off x="2496750" y="1408650"/>
            <a:ext cx="2402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rPr b="0" i="0" lang="en-US" sz="3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56"/>
          <p:cNvSpPr txBox="1"/>
          <p:nvPr>
            <p:ph type="title"/>
          </p:nvPr>
        </p:nvSpPr>
        <p:spPr>
          <a:xfrm>
            <a:off x="1726125" y="696600"/>
            <a:ext cx="70650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23" name="Google Shape;223;p56"/>
          <p:cNvSpPr txBox="1"/>
          <p:nvPr>
            <p:ph idx="2" type="title"/>
          </p:nvPr>
        </p:nvSpPr>
        <p:spPr>
          <a:xfrm>
            <a:off x="1719575" y="2119675"/>
            <a:ext cx="1554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24" name="Google Shape;224;p56"/>
          <p:cNvSpPr txBox="1"/>
          <p:nvPr>
            <p:ph idx="1" type="body"/>
          </p:nvPr>
        </p:nvSpPr>
        <p:spPr>
          <a:xfrm>
            <a:off x="1719575" y="2745475"/>
            <a:ext cx="15543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Thin"/>
              <a:buChar char="●"/>
              <a:defRPr sz="10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○"/>
              <a:defRPr sz="10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■"/>
              <a:defRPr sz="10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5" name="Google Shape;225;p56"/>
          <p:cNvSpPr txBox="1"/>
          <p:nvPr>
            <p:ph idx="3" type="title"/>
          </p:nvPr>
        </p:nvSpPr>
        <p:spPr>
          <a:xfrm>
            <a:off x="3566525" y="2119675"/>
            <a:ext cx="1554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26" name="Google Shape;226;p56"/>
          <p:cNvSpPr txBox="1"/>
          <p:nvPr>
            <p:ph idx="4" type="body"/>
          </p:nvPr>
        </p:nvSpPr>
        <p:spPr>
          <a:xfrm>
            <a:off x="3566525" y="2745475"/>
            <a:ext cx="15543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Thin"/>
              <a:buChar char="●"/>
              <a:defRPr sz="10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○"/>
              <a:defRPr sz="10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■"/>
              <a:defRPr sz="10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7" name="Google Shape;227;p56"/>
          <p:cNvSpPr txBox="1"/>
          <p:nvPr>
            <p:ph idx="5" type="title"/>
          </p:nvPr>
        </p:nvSpPr>
        <p:spPr>
          <a:xfrm>
            <a:off x="5413475" y="2119675"/>
            <a:ext cx="1554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28" name="Google Shape;228;p56"/>
          <p:cNvSpPr txBox="1"/>
          <p:nvPr>
            <p:ph idx="6" type="body"/>
          </p:nvPr>
        </p:nvSpPr>
        <p:spPr>
          <a:xfrm>
            <a:off x="5413475" y="2745475"/>
            <a:ext cx="15543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Thin"/>
              <a:buChar char="●"/>
              <a:defRPr sz="10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○"/>
              <a:defRPr sz="10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■"/>
              <a:defRPr sz="10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9" name="Google Shape;229;p56"/>
          <p:cNvSpPr txBox="1"/>
          <p:nvPr>
            <p:ph idx="7" type="title"/>
          </p:nvPr>
        </p:nvSpPr>
        <p:spPr>
          <a:xfrm>
            <a:off x="7260425" y="2119675"/>
            <a:ext cx="1554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30" name="Google Shape;230;p56"/>
          <p:cNvSpPr txBox="1"/>
          <p:nvPr>
            <p:ph idx="8" type="body"/>
          </p:nvPr>
        </p:nvSpPr>
        <p:spPr>
          <a:xfrm>
            <a:off x="7260425" y="2745475"/>
            <a:ext cx="15543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Thin"/>
              <a:buChar char="●"/>
              <a:defRPr sz="10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○"/>
              <a:defRPr sz="10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■"/>
              <a:defRPr sz="10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X sidebar 4 columns">
  <p:cSld name="CUSTOM_4_4_1_1_1_1_1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7"/>
          <p:cNvSpPr/>
          <p:nvPr/>
        </p:nvSpPr>
        <p:spPr>
          <a:xfrm>
            <a:off x="275" y="-9000"/>
            <a:ext cx="9144000" cy="5152500"/>
          </a:xfrm>
          <a:prstGeom prst="rect">
            <a:avLst/>
          </a:prstGeom>
          <a:solidFill>
            <a:srgbClr val="5F19E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57"/>
          <p:cNvSpPr/>
          <p:nvPr/>
        </p:nvSpPr>
        <p:spPr>
          <a:xfrm flipH="1">
            <a:off x="1352700" y="0"/>
            <a:ext cx="7791300" cy="5143500"/>
          </a:xfrm>
          <a:prstGeom prst="round1Rect">
            <a:avLst>
              <a:gd fmla="val 227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57"/>
          <p:cNvSpPr txBox="1"/>
          <p:nvPr/>
        </p:nvSpPr>
        <p:spPr>
          <a:xfrm>
            <a:off x="2496750" y="1408650"/>
            <a:ext cx="2402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rPr b="0" i="0" lang="en-US" sz="3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57"/>
          <p:cNvSpPr txBox="1"/>
          <p:nvPr>
            <p:ph type="title"/>
          </p:nvPr>
        </p:nvSpPr>
        <p:spPr>
          <a:xfrm>
            <a:off x="1726125" y="696600"/>
            <a:ext cx="70650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36" name="Google Shape;236;p57"/>
          <p:cNvSpPr txBox="1"/>
          <p:nvPr>
            <p:ph idx="2" type="title"/>
          </p:nvPr>
        </p:nvSpPr>
        <p:spPr>
          <a:xfrm>
            <a:off x="1719575" y="2119675"/>
            <a:ext cx="1554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37" name="Google Shape;237;p57"/>
          <p:cNvSpPr txBox="1"/>
          <p:nvPr>
            <p:ph idx="1" type="body"/>
          </p:nvPr>
        </p:nvSpPr>
        <p:spPr>
          <a:xfrm>
            <a:off x="1719575" y="2745475"/>
            <a:ext cx="15543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Thin"/>
              <a:buChar char="●"/>
              <a:defRPr sz="10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○"/>
              <a:defRPr sz="10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■"/>
              <a:defRPr sz="10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8" name="Google Shape;238;p57"/>
          <p:cNvSpPr txBox="1"/>
          <p:nvPr>
            <p:ph idx="3" type="title"/>
          </p:nvPr>
        </p:nvSpPr>
        <p:spPr>
          <a:xfrm>
            <a:off x="3566525" y="2119675"/>
            <a:ext cx="1554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39" name="Google Shape;239;p57"/>
          <p:cNvSpPr txBox="1"/>
          <p:nvPr>
            <p:ph idx="4" type="body"/>
          </p:nvPr>
        </p:nvSpPr>
        <p:spPr>
          <a:xfrm>
            <a:off x="3566525" y="2745475"/>
            <a:ext cx="15543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Thin"/>
              <a:buChar char="●"/>
              <a:defRPr sz="10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○"/>
              <a:defRPr sz="10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■"/>
              <a:defRPr sz="10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0" name="Google Shape;240;p57"/>
          <p:cNvSpPr txBox="1"/>
          <p:nvPr>
            <p:ph idx="5" type="title"/>
          </p:nvPr>
        </p:nvSpPr>
        <p:spPr>
          <a:xfrm>
            <a:off x="5413475" y="2119675"/>
            <a:ext cx="1554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41" name="Google Shape;241;p57"/>
          <p:cNvSpPr txBox="1"/>
          <p:nvPr>
            <p:ph idx="6" type="body"/>
          </p:nvPr>
        </p:nvSpPr>
        <p:spPr>
          <a:xfrm>
            <a:off x="5413475" y="2745475"/>
            <a:ext cx="15543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Thin"/>
              <a:buChar char="●"/>
              <a:defRPr sz="10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○"/>
              <a:defRPr sz="10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■"/>
              <a:defRPr sz="10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2" name="Google Shape;242;p57"/>
          <p:cNvSpPr txBox="1"/>
          <p:nvPr>
            <p:ph idx="7" type="title"/>
          </p:nvPr>
        </p:nvSpPr>
        <p:spPr>
          <a:xfrm>
            <a:off x="7260425" y="2119675"/>
            <a:ext cx="1554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43" name="Google Shape;243;p57"/>
          <p:cNvSpPr txBox="1"/>
          <p:nvPr>
            <p:ph idx="8" type="body"/>
          </p:nvPr>
        </p:nvSpPr>
        <p:spPr>
          <a:xfrm>
            <a:off x="7260425" y="2745475"/>
            <a:ext cx="15543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Thin"/>
              <a:buChar char="●"/>
              <a:defRPr sz="10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○"/>
              <a:defRPr sz="10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■"/>
              <a:defRPr sz="10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C sidebar 4 columns">
  <p:cSld name="CUSTOM_4_4_1_1_1_1_1_1_1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8"/>
          <p:cNvSpPr/>
          <p:nvPr/>
        </p:nvSpPr>
        <p:spPr>
          <a:xfrm>
            <a:off x="275" y="-9000"/>
            <a:ext cx="9144000" cy="5152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8"/>
          <p:cNvSpPr/>
          <p:nvPr/>
        </p:nvSpPr>
        <p:spPr>
          <a:xfrm flipH="1">
            <a:off x="1352700" y="0"/>
            <a:ext cx="7791300" cy="5143500"/>
          </a:xfrm>
          <a:prstGeom prst="round1Rect">
            <a:avLst>
              <a:gd fmla="val 227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58"/>
          <p:cNvSpPr txBox="1"/>
          <p:nvPr/>
        </p:nvSpPr>
        <p:spPr>
          <a:xfrm>
            <a:off x="2496750" y="1408650"/>
            <a:ext cx="2402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rPr b="0" i="0" lang="en-US" sz="3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58"/>
          <p:cNvSpPr txBox="1"/>
          <p:nvPr>
            <p:ph type="title"/>
          </p:nvPr>
        </p:nvSpPr>
        <p:spPr>
          <a:xfrm>
            <a:off x="1726125" y="696600"/>
            <a:ext cx="70650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49" name="Google Shape;249;p58"/>
          <p:cNvSpPr txBox="1"/>
          <p:nvPr>
            <p:ph idx="2" type="title"/>
          </p:nvPr>
        </p:nvSpPr>
        <p:spPr>
          <a:xfrm>
            <a:off x="1719575" y="2119675"/>
            <a:ext cx="1554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50" name="Google Shape;250;p58"/>
          <p:cNvSpPr txBox="1"/>
          <p:nvPr>
            <p:ph idx="1" type="body"/>
          </p:nvPr>
        </p:nvSpPr>
        <p:spPr>
          <a:xfrm>
            <a:off x="1719575" y="2745475"/>
            <a:ext cx="15543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Thin"/>
              <a:buChar char="●"/>
              <a:defRPr sz="10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○"/>
              <a:defRPr sz="10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■"/>
              <a:defRPr sz="10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51" name="Google Shape;251;p58"/>
          <p:cNvSpPr txBox="1"/>
          <p:nvPr>
            <p:ph idx="3" type="title"/>
          </p:nvPr>
        </p:nvSpPr>
        <p:spPr>
          <a:xfrm>
            <a:off x="3566525" y="2119675"/>
            <a:ext cx="1554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52" name="Google Shape;252;p58"/>
          <p:cNvSpPr txBox="1"/>
          <p:nvPr>
            <p:ph idx="4" type="body"/>
          </p:nvPr>
        </p:nvSpPr>
        <p:spPr>
          <a:xfrm>
            <a:off x="3566525" y="2745475"/>
            <a:ext cx="15543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Thin"/>
              <a:buChar char="●"/>
              <a:defRPr sz="10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○"/>
              <a:defRPr sz="10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■"/>
              <a:defRPr sz="10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53" name="Google Shape;253;p58"/>
          <p:cNvSpPr txBox="1"/>
          <p:nvPr>
            <p:ph idx="5" type="title"/>
          </p:nvPr>
        </p:nvSpPr>
        <p:spPr>
          <a:xfrm>
            <a:off x="5413475" y="2119675"/>
            <a:ext cx="1554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54" name="Google Shape;254;p58"/>
          <p:cNvSpPr txBox="1"/>
          <p:nvPr>
            <p:ph idx="6" type="body"/>
          </p:nvPr>
        </p:nvSpPr>
        <p:spPr>
          <a:xfrm>
            <a:off x="5413475" y="2745475"/>
            <a:ext cx="15543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Thin"/>
              <a:buChar char="●"/>
              <a:defRPr sz="10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○"/>
              <a:defRPr sz="10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■"/>
              <a:defRPr sz="10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55" name="Google Shape;255;p58"/>
          <p:cNvSpPr txBox="1"/>
          <p:nvPr>
            <p:ph idx="7" type="title"/>
          </p:nvPr>
        </p:nvSpPr>
        <p:spPr>
          <a:xfrm>
            <a:off x="7260425" y="2119675"/>
            <a:ext cx="1554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56" name="Google Shape;256;p58"/>
          <p:cNvSpPr txBox="1"/>
          <p:nvPr>
            <p:ph idx="8" type="body"/>
          </p:nvPr>
        </p:nvSpPr>
        <p:spPr>
          <a:xfrm>
            <a:off x="7260425" y="2745475"/>
            <a:ext cx="15543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Thin"/>
              <a:buChar char="●"/>
              <a:defRPr sz="10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○"/>
              <a:defRPr sz="10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oboto Thin"/>
              <a:buChar char="■"/>
              <a:defRPr sz="10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X sidebar image (grey)">
  <p:cSld name="CUSTOM_4_5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9"/>
          <p:cNvSpPr/>
          <p:nvPr/>
        </p:nvSpPr>
        <p:spPr>
          <a:xfrm>
            <a:off x="275" y="-9000"/>
            <a:ext cx="9144000" cy="5152500"/>
          </a:xfrm>
          <a:prstGeom prst="rect">
            <a:avLst/>
          </a:prstGeom>
          <a:solidFill>
            <a:srgbClr val="21DBA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59"/>
          <p:cNvSpPr/>
          <p:nvPr/>
        </p:nvSpPr>
        <p:spPr>
          <a:xfrm flipH="1">
            <a:off x="1352700" y="0"/>
            <a:ext cx="7791300" cy="5143500"/>
          </a:xfrm>
          <a:prstGeom prst="round1Rect">
            <a:avLst>
              <a:gd fmla="val 227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59"/>
          <p:cNvSpPr txBox="1"/>
          <p:nvPr/>
        </p:nvSpPr>
        <p:spPr>
          <a:xfrm>
            <a:off x="2496750" y="1408650"/>
            <a:ext cx="2402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rPr b="0" i="0" lang="en-US" sz="3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59"/>
          <p:cNvSpPr txBox="1"/>
          <p:nvPr>
            <p:ph type="title"/>
          </p:nvPr>
        </p:nvSpPr>
        <p:spPr>
          <a:xfrm>
            <a:off x="1726125" y="696600"/>
            <a:ext cx="3172800" cy="31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5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62" name="Google Shape;262;p59"/>
          <p:cNvSpPr/>
          <p:nvPr/>
        </p:nvSpPr>
        <p:spPr>
          <a:xfrm>
            <a:off x="5147550" y="0"/>
            <a:ext cx="3996600" cy="513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X sidebar + image (grey)">
  <p:cSld name="CUSTOM_4_1_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0"/>
          <p:cNvSpPr/>
          <p:nvPr/>
        </p:nvSpPr>
        <p:spPr>
          <a:xfrm>
            <a:off x="275" y="-9000"/>
            <a:ext cx="9144000" cy="5152500"/>
          </a:xfrm>
          <a:prstGeom prst="rect">
            <a:avLst/>
          </a:prstGeom>
          <a:solidFill>
            <a:srgbClr val="00B4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60"/>
          <p:cNvSpPr/>
          <p:nvPr/>
        </p:nvSpPr>
        <p:spPr>
          <a:xfrm flipH="1">
            <a:off x="1352700" y="0"/>
            <a:ext cx="7791300" cy="5143500"/>
          </a:xfrm>
          <a:prstGeom prst="round1Rect">
            <a:avLst>
              <a:gd fmla="val 227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60"/>
          <p:cNvSpPr txBox="1"/>
          <p:nvPr/>
        </p:nvSpPr>
        <p:spPr>
          <a:xfrm>
            <a:off x="2496750" y="1408650"/>
            <a:ext cx="2402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rPr b="0" i="0" lang="en-US" sz="3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60"/>
          <p:cNvSpPr txBox="1"/>
          <p:nvPr>
            <p:ph type="title"/>
          </p:nvPr>
        </p:nvSpPr>
        <p:spPr>
          <a:xfrm>
            <a:off x="1726125" y="696600"/>
            <a:ext cx="3172800" cy="31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5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68" name="Google Shape;268;p60"/>
          <p:cNvSpPr/>
          <p:nvPr/>
        </p:nvSpPr>
        <p:spPr>
          <a:xfrm>
            <a:off x="5147550" y="0"/>
            <a:ext cx="3996600" cy="513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 sidebar + image (grey)">
  <p:cSld name="CUSTOM_4_2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1"/>
          <p:cNvSpPr/>
          <p:nvPr/>
        </p:nvSpPr>
        <p:spPr>
          <a:xfrm>
            <a:off x="275" y="-9000"/>
            <a:ext cx="9144000" cy="5152500"/>
          </a:xfrm>
          <a:prstGeom prst="rect">
            <a:avLst/>
          </a:prstGeom>
          <a:solidFill>
            <a:srgbClr val="045E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61"/>
          <p:cNvSpPr/>
          <p:nvPr/>
        </p:nvSpPr>
        <p:spPr>
          <a:xfrm flipH="1">
            <a:off x="1352700" y="0"/>
            <a:ext cx="7791300" cy="5143500"/>
          </a:xfrm>
          <a:prstGeom prst="round1Rect">
            <a:avLst>
              <a:gd fmla="val 227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61"/>
          <p:cNvSpPr txBox="1"/>
          <p:nvPr/>
        </p:nvSpPr>
        <p:spPr>
          <a:xfrm>
            <a:off x="2496750" y="1408650"/>
            <a:ext cx="2402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rPr b="0" i="0" lang="en-US" sz="3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61"/>
          <p:cNvSpPr txBox="1"/>
          <p:nvPr>
            <p:ph type="title"/>
          </p:nvPr>
        </p:nvSpPr>
        <p:spPr>
          <a:xfrm>
            <a:off x="1726125" y="696600"/>
            <a:ext cx="3172800" cy="31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5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74" name="Google Shape;274;p61"/>
          <p:cNvSpPr/>
          <p:nvPr/>
        </p:nvSpPr>
        <p:spPr>
          <a:xfrm>
            <a:off x="5147550" y="0"/>
            <a:ext cx="3996600" cy="513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X sidebar + image (grey)">
  <p:cSld name="CUSTOM_4_3_1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2"/>
          <p:cNvSpPr/>
          <p:nvPr/>
        </p:nvSpPr>
        <p:spPr>
          <a:xfrm>
            <a:off x="275" y="-9000"/>
            <a:ext cx="9144000" cy="5152500"/>
          </a:xfrm>
          <a:prstGeom prst="rect">
            <a:avLst/>
          </a:prstGeom>
          <a:solidFill>
            <a:srgbClr val="5F19E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62"/>
          <p:cNvSpPr/>
          <p:nvPr/>
        </p:nvSpPr>
        <p:spPr>
          <a:xfrm flipH="1">
            <a:off x="1352700" y="0"/>
            <a:ext cx="7791300" cy="5143500"/>
          </a:xfrm>
          <a:prstGeom prst="round1Rect">
            <a:avLst>
              <a:gd fmla="val 227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62"/>
          <p:cNvSpPr txBox="1"/>
          <p:nvPr/>
        </p:nvSpPr>
        <p:spPr>
          <a:xfrm>
            <a:off x="2496750" y="1408650"/>
            <a:ext cx="2402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rPr b="0" i="0" lang="en-US" sz="3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62"/>
          <p:cNvSpPr txBox="1"/>
          <p:nvPr>
            <p:ph type="title"/>
          </p:nvPr>
        </p:nvSpPr>
        <p:spPr>
          <a:xfrm>
            <a:off x="1726125" y="696600"/>
            <a:ext cx="3172800" cy="31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5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80" name="Google Shape;280;p62"/>
          <p:cNvSpPr/>
          <p:nvPr/>
        </p:nvSpPr>
        <p:spPr>
          <a:xfrm>
            <a:off x="5147550" y="0"/>
            <a:ext cx="3996600" cy="513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C sidebar + image (grey)">
  <p:cSld name="CUSTOM_4_4_2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63"/>
          <p:cNvSpPr/>
          <p:nvPr/>
        </p:nvSpPr>
        <p:spPr>
          <a:xfrm>
            <a:off x="275" y="-9000"/>
            <a:ext cx="9144000" cy="5152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63"/>
          <p:cNvSpPr/>
          <p:nvPr/>
        </p:nvSpPr>
        <p:spPr>
          <a:xfrm flipH="1">
            <a:off x="1352700" y="0"/>
            <a:ext cx="7791300" cy="5143500"/>
          </a:xfrm>
          <a:prstGeom prst="round1Rect">
            <a:avLst>
              <a:gd fmla="val 227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63"/>
          <p:cNvSpPr txBox="1"/>
          <p:nvPr/>
        </p:nvSpPr>
        <p:spPr>
          <a:xfrm>
            <a:off x="2496750" y="1408650"/>
            <a:ext cx="2402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rPr b="0" i="0" lang="en-US" sz="3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63"/>
          <p:cNvSpPr txBox="1"/>
          <p:nvPr>
            <p:ph type="title"/>
          </p:nvPr>
        </p:nvSpPr>
        <p:spPr>
          <a:xfrm>
            <a:off x="1726125" y="696600"/>
            <a:ext cx="3172800" cy="31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5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86" name="Google Shape;286;p63"/>
          <p:cNvSpPr/>
          <p:nvPr/>
        </p:nvSpPr>
        <p:spPr>
          <a:xfrm>
            <a:off x="5147550" y="0"/>
            <a:ext cx="3996600" cy="513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XM sidebar  + Image (grey)">
  <p:cSld name="CUSTOM_4_4_1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4"/>
          <p:cNvSpPr/>
          <p:nvPr/>
        </p:nvSpPr>
        <p:spPr>
          <a:xfrm>
            <a:off x="275" y="-9000"/>
            <a:ext cx="9144000" cy="5152500"/>
          </a:xfrm>
          <a:prstGeom prst="rect">
            <a:avLst/>
          </a:prstGeom>
          <a:gradFill>
            <a:gsLst>
              <a:gs pos="0">
                <a:srgbClr val="27D79A"/>
              </a:gs>
              <a:gs pos="36000">
                <a:srgbClr val="03B4F0"/>
              </a:gs>
              <a:gs pos="70000">
                <a:srgbClr val="0768DD"/>
              </a:gs>
              <a:gs pos="100000">
                <a:srgbClr val="5F1AE5"/>
              </a:gs>
            </a:gsLst>
            <a:lin ang="2700006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64"/>
          <p:cNvSpPr/>
          <p:nvPr/>
        </p:nvSpPr>
        <p:spPr>
          <a:xfrm flipH="1">
            <a:off x="1352700" y="0"/>
            <a:ext cx="7791300" cy="5143500"/>
          </a:xfrm>
          <a:prstGeom prst="round1Rect">
            <a:avLst>
              <a:gd fmla="val 227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64"/>
          <p:cNvSpPr txBox="1"/>
          <p:nvPr/>
        </p:nvSpPr>
        <p:spPr>
          <a:xfrm>
            <a:off x="2496750" y="1408650"/>
            <a:ext cx="2402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rPr b="0" i="0" lang="en-US" sz="3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64"/>
          <p:cNvSpPr txBox="1"/>
          <p:nvPr>
            <p:ph type="title"/>
          </p:nvPr>
        </p:nvSpPr>
        <p:spPr>
          <a:xfrm>
            <a:off x="1726125" y="696600"/>
            <a:ext cx="3172800" cy="31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5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92" name="Google Shape;292;p64"/>
          <p:cNvSpPr/>
          <p:nvPr/>
        </p:nvSpPr>
        <p:spPr>
          <a:xfrm>
            <a:off x="5147550" y="0"/>
            <a:ext cx="3996600" cy="513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eric divider_CX 1">
  <p:cSld name="CUSTOM_5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65"/>
          <p:cNvSpPr/>
          <p:nvPr/>
        </p:nvSpPr>
        <p:spPr>
          <a:xfrm flipH="1">
            <a:off x="2926800" y="0"/>
            <a:ext cx="6217200" cy="5143500"/>
          </a:xfrm>
          <a:prstGeom prst="round1Rect">
            <a:avLst>
              <a:gd fmla="val 22767" name="adj"/>
            </a:avLst>
          </a:prstGeom>
          <a:solidFill>
            <a:srgbClr val="27D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65"/>
          <p:cNvSpPr txBox="1"/>
          <p:nvPr/>
        </p:nvSpPr>
        <p:spPr>
          <a:xfrm>
            <a:off x="2496750" y="1408650"/>
            <a:ext cx="2402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rPr b="0" i="0" lang="en-US" sz="3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65"/>
          <p:cNvSpPr txBox="1"/>
          <p:nvPr>
            <p:ph type="title"/>
          </p:nvPr>
        </p:nvSpPr>
        <p:spPr>
          <a:xfrm>
            <a:off x="4309875" y="2609525"/>
            <a:ext cx="359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297" name="Google Shape;297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425" y="232850"/>
            <a:ext cx="271775" cy="2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eric divider_PX 1">
  <p:cSld name="CUSTOM_2_2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6"/>
          <p:cNvSpPr/>
          <p:nvPr/>
        </p:nvSpPr>
        <p:spPr>
          <a:xfrm flipH="1">
            <a:off x="2926800" y="0"/>
            <a:ext cx="6217200" cy="5143500"/>
          </a:xfrm>
          <a:prstGeom prst="round1Rect">
            <a:avLst>
              <a:gd fmla="val 22767" name="adj"/>
            </a:avLst>
          </a:prstGeom>
          <a:solidFill>
            <a:srgbClr val="00B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66"/>
          <p:cNvSpPr txBox="1"/>
          <p:nvPr/>
        </p:nvSpPr>
        <p:spPr>
          <a:xfrm>
            <a:off x="2496750" y="1408650"/>
            <a:ext cx="2402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rPr b="0" i="0" lang="en-US" sz="3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66"/>
          <p:cNvSpPr txBox="1"/>
          <p:nvPr>
            <p:ph type="title"/>
          </p:nvPr>
        </p:nvSpPr>
        <p:spPr>
          <a:xfrm>
            <a:off x="4309875" y="2609525"/>
            <a:ext cx="359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302" name="Google Shape;302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8600" y="228600"/>
            <a:ext cx="265400" cy="27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eric divider_EX 1">
  <p:cSld name="CUSTOM_2_1_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8600" y="232188"/>
            <a:ext cx="265400" cy="26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67"/>
          <p:cNvSpPr/>
          <p:nvPr/>
        </p:nvSpPr>
        <p:spPr>
          <a:xfrm flipH="1">
            <a:off x="2926800" y="0"/>
            <a:ext cx="6217200" cy="5143500"/>
          </a:xfrm>
          <a:prstGeom prst="round1Rect">
            <a:avLst>
              <a:gd fmla="val 22767" name="adj"/>
            </a:avLst>
          </a:prstGeom>
          <a:solidFill>
            <a:srgbClr val="045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67"/>
          <p:cNvSpPr txBox="1"/>
          <p:nvPr/>
        </p:nvSpPr>
        <p:spPr>
          <a:xfrm>
            <a:off x="2496750" y="1408650"/>
            <a:ext cx="2402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rPr b="0" i="0" lang="en-US" sz="3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67"/>
          <p:cNvSpPr txBox="1"/>
          <p:nvPr>
            <p:ph type="title"/>
          </p:nvPr>
        </p:nvSpPr>
        <p:spPr>
          <a:xfrm>
            <a:off x="4309875" y="2609525"/>
            <a:ext cx="359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eric divider_BX 1">
  <p:cSld name="CUSTOM_2_1_1_2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8600" y="232190"/>
            <a:ext cx="265400" cy="26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68"/>
          <p:cNvSpPr/>
          <p:nvPr/>
        </p:nvSpPr>
        <p:spPr>
          <a:xfrm flipH="1">
            <a:off x="2926800" y="0"/>
            <a:ext cx="6217200" cy="5143500"/>
          </a:xfrm>
          <a:prstGeom prst="round1Rect">
            <a:avLst>
              <a:gd fmla="val 22767" name="adj"/>
            </a:avLst>
          </a:prstGeom>
          <a:solidFill>
            <a:srgbClr val="5F19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68"/>
          <p:cNvSpPr txBox="1"/>
          <p:nvPr/>
        </p:nvSpPr>
        <p:spPr>
          <a:xfrm>
            <a:off x="2496750" y="1408650"/>
            <a:ext cx="2402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rPr b="0" i="0" lang="en-US" sz="3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68"/>
          <p:cNvSpPr txBox="1"/>
          <p:nvPr>
            <p:ph type="title"/>
          </p:nvPr>
        </p:nvSpPr>
        <p:spPr>
          <a:xfrm>
            <a:off x="4309875" y="2609525"/>
            <a:ext cx="359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eric divider_RC 1">
  <p:cSld name="CUSTOM_2_1_1_1_1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8600" y="239009"/>
            <a:ext cx="265400" cy="25179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69"/>
          <p:cNvSpPr/>
          <p:nvPr/>
        </p:nvSpPr>
        <p:spPr>
          <a:xfrm flipH="1">
            <a:off x="2926800" y="0"/>
            <a:ext cx="6217200" cy="5143500"/>
          </a:xfrm>
          <a:prstGeom prst="round1Rect">
            <a:avLst>
              <a:gd fmla="val 227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69"/>
          <p:cNvSpPr txBox="1"/>
          <p:nvPr/>
        </p:nvSpPr>
        <p:spPr>
          <a:xfrm>
            <a:off x="2496750" y="1408650"/>
            <a:ext cx="2402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rPr b="0" i="0" lang="en-US" sz="3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69"/>
          <p:cNvSpPr txBox="1"/>
          <p:nvPr>
            <p:ph type="title"/>
          </p:nvPr>
        </p:nvSpPr>
        <p:spPr>
          <a:xfrm>
            <a:off x="4309875" y="2609525"/>
            <a:ext cx="359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ide_CX">
  <p:cSld name="CUSTOM_1_1_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70"/>
          <p:cNvSpPr/>
          <p:nvPr/>
        </p:nvSpPr>
        <p:spPr>
          <a:xfrm flipH="1">
            <a:off x="4107900" y="0"/>
            <a:ext cx="5036100" cy="5143500"/>
          </a:xfrm>
          <a:prstGeom prst="round1Rect">
            <a:avLst>
              <a:gd fmla="val 22767" name="adj"/>
            </a:avLst>
          </a:prstGeom>
          <a:solidFill>
            <a:srgbClr val="27D7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70"/>
          <p:cNvSpPr txBox="1"/>
          <p:nvPr>
            <p:ph type="title"/>
          </p:nvPr>
        </p:nvSpPr>
        <p:spPr>
          <a:xfrm>
            <a:off x="5026450" y="1365610"/>
            <a:ext cx="359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9pPr>
          </a:lstStyle>
          <a:p/>
        </p:txBody>
      </p:sp>
      <p:sp>
        <p:nvSpPr>
          <p:cNvPr id="321" name="Google Shape;321;p70"/>
          <p:cNvSpPr txBox="1"/>
          <p:nvPr>
            <p:ph idx="2" type="title"/>
          </p:nvPr>
        </p:nvSpPr>
        <p:spPr>
          <a:xfrm>
            <a:off x="353525" y="1365610"/>
            <a:ext cx="359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2" name="Google Shape;322;p70"/>
          <p:cNvSpPr txBox="1"/>
          <p:nvPr>
            <p:ph idx="1" type="body"/>
          </p:nvPr>
        </p:nvSpPr>
        <p:spPr>
          <a:xfrm>
            <a:off x="928800" y="1986835"/>
            <a:ext cx="2613900" cy="29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■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Light"/>
              <a:buChar char="■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23" name="Google Shape;323;p70"/>
          <p:cNvSpPr txBox="1"/>
          <p:nvPr>
            <p:ph idx="3" type="body"/>
          </p:nvPr>
        </p:nvSpPr>
        <p:spPr>
          <a:xfrm>
            <a:off x="5298950" y="1986835"/>
            <a:ext cx="3249900" cy="29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●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○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●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○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■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●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○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Font typeface="Roboto Light"/>
              <a:buChar char="■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324" name="Google Shape;324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425" y="232850"/>
            <a:ext cx="271775" cy="2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ide_PX">
  <p:cSld name="CUSTOM_1_1_1_1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71"/>
          <p:cNvSpPr/>
          <p:nvPr/>
        </p:nvSpPr>
        <p:spPr>
          <a:xfrm flipH="1">
            <a:off x="4107900" y="0"/>
            <a:ext cx="5036100" cy="5143500"/>
          </a:xfrm>
          <a:prstGeom prst="round1Rect">
            <a:avLst>
              <a:gd fmla="val 22767" name="adj"/>
            </a:avLst>
          </a:prstGeom>
          <a:solidFill>
            <a:srgbClr val="00B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71"/>
          <p:cNvSpPr txBox="1"/>
          <p:nvPr>
            <p:ph type="title"/>
          </p:nvPr>
        </p:nvSpPr>
        <p:spPr>
          <a:xfrm>
            <a:off x="5026450" y="1365610"/>
            <a:ext cx="359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9pPr>
          </a:lstStyle>
          <a:p/>
        </p:txBody>
      </p:sp>
      <p:sp>
        <p:nvSpPr>
          <p:cNvPr id="328" name="Google Shape;328;p71"/>
          <p:cNvSpPr txBox="1"/>
          <p:nvPr>
            <p:ph idx="2" type="title"/>
          </p:nvPr>
        </p:nvSpPr>
        <p:spPr>
          <a:xfrm>
            <a:off x="353525" y="1365610"/>
            <a:ext cx="359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9" name="Google Shape;329;p71"/>
          <p:cNvSpPr txBox="1"/>
          <p:nvPr>
            <p:ph idx="1" type="body"/>
          </p:nvPr>
        </p:nvSpPr>
        <p:spPr>
          <a:xfrm>
            <a:off x="928800" y="1986835"/>
            <a:ext cx="2613900" cy="29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■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Light"/>
              <a:buChar char="■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30" name="Google Shape;330;p71"/>
          <p:cNvSpPr txBox="1"/>
          <p:nvPr>
            <p:ph idx="3" type="body"/>
          </p:nvPr>
        </p:nvSpPr>
        <p:spPr>
          <a:xfrm>
            <a:off x="5298950" y="1986835"/>
            <a:ext cx="3249900" cy="29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●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○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●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○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■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●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○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Font typeface="Roboto Light"/>
              <a:buChar char="■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331" name="Google Shape;331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8600" y="228600"/>
            <a:ext cx="265400" cy="27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ide_BX">
  <p:cSld name="CUSTOM_1_1_1_1_1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72"/>
          <p:cNvSpPr/>
          <p:nvPr/>
        </p:nvSpPr>
        <p:spPr>
          <a:xfrm flipH="1">
            <a:off x="4107900" y="0"/>
            <a:ext cx="5036100" cy="5143500"/>
          </a:xfrm>
          <a:prstGeom prst="round1Rect">
            <a:avLst>
              <a:gd fmla="val 22767" name="adj"/>
            </a:avLst>
          </a:prstGeom>
          <a:solidFill>
            <a:srgbClr val="5F19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72"/>
          <p:cNvSpPr txBox="1"/>
          <p:nvPr>
            <p:ph type="title"/>
          </p:nvPr>
        </p:nvSpPr>
        <p:spPr>
          <a:xfrm>
            <a:off x="5026450" y="1365610"/>
            <a:ext cx="359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9pPr>
          </a:lstStyle>
          <a:p/>
        </p:txBody>
      </p:sp>
      <p:sp>
        <p:nvSpPr>
          <p:cNvPr id="335" name="Google Shape;335;p72"/>
          <p:cNvSpPr txBox="1"/>
          <p:nvPr>
            <p:ph idx="2" type="title"/>
          </p:nvPr>
        </p:nvSpPr>
        <p:spPr>
          <a:xfrm>
            <a:off x="353525" y="1365610"/>
            <a:ext cx="359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36" name="Google Shape;336;p72"/>
          <p:cNvSpPr txBox="1"/>
          <p:nvPr>
            <p:ph idx="1" type="body"/>
          </p:nvPr>
        </p:nvSpPr>
        <p:spPr>
          <a:xfrm>
            <a:off x="928800" y="1986835"/>
            <a:ext cx="2613900" cy="29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■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Light"/>
              <a:buChar char="■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37" name="Google Shape;337;p72"/>
          <p:cNvSpPr txBox="1"/>
          <p:nvPr>
            <p:ph idx="3" type="body"/>
          </p:nvPr>
        </p:nvSpPr>
        <p:spPr>
          <a:xfrm>
            <a:off x="5298950" y="1986835"/>
            <a:ext cx="3249900" cy="29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●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○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●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○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■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●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○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Font typeface="Roboto Light"/>
              <a:buChar char="■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338" name="Google Shape;338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8600" y="232190"/>
            <a:ext cx="265400" cy="26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ide_EX">
  <p:cSld name="CUSTOM_1_1_1_1_1_1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73"/>
          <p:cNvSpPr/>
          <p:nvPr/>
        </p:nvSpPr>
        <p:spPr>
          <a:xfrm flipH="1">
            <a:off x="4107900" y="0"/>
            <a:ext cx="5036100" cy="5143500"/>
          </a:xfrm>
          <a:prstGeom prst="round1Rect">
            <a:avLst>
              <a:gd fmla="val 22767" name="adj"/>
            </a:avLst>
          </a:prstGeom>
          <a:solidFill>
            <a:srgbClr val="045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73"/>
          <p:cNvSpPr txBox="1"/>
          <p:nvPr>
            <p:ph type="title"/>
          </p:nvPr>
        </p:nvSpPr>
        <p:spPr>
          <a:xfrm>
            <a:off x="5026450" y="1365610"/>
            <a:ext cx="359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9pPr>
          </a:lstStyle>
          <a:p/>
        </p:txBody>
      </p:sp>
      <p:sp>
        <p:nvSpPr>
          <p:cNvPr id="342" name="Google Shape;342;p73"/>
          <p:cNvSpPr txBox="1"/>
          <p:nvPr>
            <p:ph idx="2" type="title"/>
          </p:nvPr>
        </p:nvSpPr>
        <p:spPr>
          <a:xfrm>
            <a:off x="353525" y="1365610"/>
            <a:ext cx="359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3" name="Google Shape;343;p73"/>
          <p:cNvSpPr txBox="1"/>
          <p:nvPr>
            <p:ph idx="1" type="body"/>
          </p:nvPr>
        </p:nvSpPr>
        <p:spPr>
          <a:xfrm>
            <a:off x="928800" y="1986835"/>
            <a:ext cx="2613900" cy="29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■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Light"/>
              <a:buChar char="■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44" name="Google Shape;344;p73"/>
          <p:cNvSpPr txBox="1"/>
          <p:nvPr>
            <p:ph idx="3" type="body"/>
          </p:nvPr>
        </p:nvSpPr>
        <p:spPr>
          <a:xfrm>
            <a:off x="5298950" y="1986835"/>
            <a:ext cx="3249900" cy="29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●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○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●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○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■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●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○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Font typeface="Roboto Light"/>
              <a:buChar char="■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345" name="Google Shape;345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8600" y="232188"/>
            <a:ext cx="265400" cy="26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ide_RC">
  <p:cSld name="CUSTOM_1_1_1_1_1_1_1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8600" y="239009"/>
            <a:ext cx="265400" cy="25179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74"/>
          <p:cNvSpPr/>
          <p:nvPr/>
        </p:nvSpPr>
        <p:spPr>
          <a:xfrm flipH="1">
            <a:off x="4107900" y="0"/>
            <a:ext cx="5036100" cy="5143500"/>
          </a:xfrm>
          <a:prstGeom prst="round1Rect">
            <a:avLst>
              <a:gd fmla="val 227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74"/>
          <p:cNvSpPr txBox="1"/>
          <p:nvPr>
            <p:ph type="title"/>
          </p:nvPr>
        </p:nvSpPr>
        <p:spPr>
          <a:xfrm>
            <a:off x="5026450" y="1365610"/>
            <a:ext cx="359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9pPr>
          </a:lstStyle>
          <a:p/>
        </p:txBody>
      </p:sp>
      <p:sp>
        <p:nvSpPr>
          <p:cNvPr id="350" name="Google Shape;350;p74"/>
          <p:cNvSpPr txBox="1"/>
          <p:nvPr>
            <p:ph idx="2" type="title"/>
          </p:nvPr>
        </p:nvSpPr>
        <p:spPr>
          <a:xfrm>
            <a:off x="353525" y="1365610"/>
            <a:ext cx="359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1" name="Google Shape;351;p74"/>
          <p:cNvSpPr txBox="1"/>
          <p:nvPr>
            <p:ph idx="1" type="body"/>
          </p:nvPr>
        </p:nvSpPr>
        <p:spPr>
          <a:xfrm>
            <a:off x="928800" y="1986835"/>
            <a:ext cx="2613900" cy="29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■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Light"/>
              <a:buChar char="■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2" name="Google Shape;352;p74"/>
          <p:cNvSpPr txBox="1"/>
          <p:nvPr>
            <p:ph idx="3" type="body"/>
          </p:nvPr>
        </p:nvSpPr>
        <p:spPr>
          <a:xfrm>
            <a:off x="5298950" y="1986835"/>
            <a:ext cx="3249900" cy="29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●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○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●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○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■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●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Char char="○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Font typeface="Roboto Light"/>
              <a:buChar char="■"/>
              <a:defRPr sz="1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X banner">
  <p:cSld name="CUSTOM_6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75"/>
          <p:cNvSpPr/>
          <p:nvPr/>
        </p:nvSpPr>
        <p:spPr>
          <a:xfrm>
            <a:off x="275" y="1000"/>
            <a:ext cx="9144000" cy="1424400"/>
          </a:xfrm>
          <a:prstGeom prst="rect">
            <a:avLst/>
          </a:prstGeom>
          <a:solidFill>
            <a:srgbClr val="21DB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75"/>
          <p:cNvSpPr txBox="1"/>
          <p:nvPr>
            <p:ph type="title"/>
          </p:nvPr>
        </p:nvSpPr>
        <p:spPr>
          <a:xfrm>
            <a:off x="445550" y="1005875"/>
            <a:ext cx="51744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356" name="Google Shape;356;p75"/>
          <p:cNvSpPr txBox="1"/>
          <p:nvPr>
            <p:ph idx="1" type="subTitle"/>
          </p:nvPr>
        </p:nvSpPr>
        <p:spPr>
          <a:xfrm>
            <a:off x="506375" y="2014125"/>
            <a:ext cx="41211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75"/>
          <p:cNvSpPr txBox="1"/>
          <p:nvPr>
            <p:ph idx="2" type="body"/>
          </p:nvPr>
        </p:nvSpPr>
        <p:spPr>
          <a:xfrm>
            <a:off x="650975" y="2602850"/>
            <a:ext cx="6765000" cy="20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■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Light"/>
              <a:buChar char="■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X banner">
  <p:cSld name="CUSTOM_6_1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76"/>
          <p:cNvSpPr/>
          <p:nvPr/>
        </p:nvSpPr>
        <p:spPr>
          <a:xfrm>
            <a:off x="275" y="1000"/>
            <a:ext cx="9144000" cy="1424400"/>
          </a:xfrm>
          <a:prstGeom prst="rect">
            <a:avLst/>
          </a:prstGeom>
          <a:solidFill>
            <a:srgbClr val="00B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76"/>
          <p:cNvSpPr txBox="1"/>
          <p:nvPr>
            <p:ph type="title"/>
          </p:nvPr>
        </p:nvSpPr>
        <p:spPr>
          <a:xfrm>
            <a:off x="445550" y="1005875"/>
            <a:ext cx="51744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361" name="Google Shape;361;p76"/>
          <p:cNvSpPr txBox="1"/>
          <p:nvPr>
            <p:ph idx="1" type="subTitle"/>
          </p:nvPr>
        </p:nvSpPr>
        <p:spPr>
          <a:xfrm>
            <a:off x="506375" y="2014125"/>
            <a:ext cx="41211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76"/>
          <p:cNvSpPr txBox="1"/>
          <p:nvPr>
            <p:ph idx="2" type="body"/>
          </p:nvPr>
        </p:nvSpPr>
        <p:spPr>
          <a:xfrm>
            <a:off x="650975" y="2602850"/>
            <a:ext cx="6765000" cy="20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■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Light"/>
              <a:buChar char="■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 banner">
  <p:cSld name="CUSTOM_6_1_1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77"/>
          <p:cNvSpPr/>
          <p:nvPr/>
        </p:nvSpPr>
        <p:spPr>
          <a:xfrm>
            <a:off x="275" y="1000"/>
            <a:ext cx="9144000" cy="1424400"/>
          </a:xfrm>
          <a:prstGeom prst="rect">
            <a:avLst/>
          </a:prstGeom>
          <a:solidFill>
            <a:srgbClr val="045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77"/>
          <p:cNvSpPr txBox="1"/>
          <p:nvPr>
            <p:ph type="title"/>
          </p:nvPr>
        </p:nvSpPr>
        <p:spPr>
          <a:xfrm>
            <a:off x="445550" y="1005875"/>
            <a:ext cx="51744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366" name="Google Shape;366;p77"/>
          <p:cNvSpPr txBox="1"/>
          <p:nvPr>
            <p:ph idx="1" type="subTitle"/>
          </p:nvPr>
        </p:nvSpPr>
        <p:spPr>
          <a:xfrm>
            <a:off x="506375" y="2014125"/>
            <a:ext cx="41211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77"/>
          <p:cNvSpPr txBox="1"/>
          <p:nvPr>
            <p:ph idx="2" type="body"/>
          </p:nvPr>
        </p:nvSpPr>
        <p:spPr>
          <a:xfrm>
            <a:off x="650975" y="2602850"/>
            <a:ext cx="6765000" cy="20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■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Light"/>
              <a:buChar char="■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X banner">
  <p:cSld name="CUSTOM_6_1_1_1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78"/>
          <p:cNvSpPr/>
          <p:nvPr/>
        </p:nvSpPr>
        <p:spPr>
          <a:xfrm>
            <a:off x="275" y="1000"/>
            <a:ext cx="9144000" cy="1424400"/>
          </a:xfrm>
          <a:prstGeom prst="rect">
            <a:avLst/>
          </a:prstGeom>
          <a:solidFill>
            <a:srgbClr val="5F19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78"/>
          <p:cNvSpPr txBox="1"/>
          <p:nvPr>
            <p:ph type="title"/>
          </p:nvPr>
        </p:nvSpPr>
        <p:spPr>
          <a:xfrm>
            <a:off x="445550" y="1005875"/>
            <a:ext cx="51744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371" name="Google Shape;371;p78"/>
          <p:cNvSpPr txBox="1"/>
          <p:nvPr>
            <p:ph idx="1" type="subTitle"/>
          </p:nvPr>
        </p:nvSpPr>
        <p:spPr>
          <a:xfrm>
            <a:off x="506375" y="2014125"/>
            <a:ext cx="41211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78"/>
          <p:cNvSpPr txBox="1"/>
          <p:nvPr>
            <p:ph idx="2" type="body"/>
          </p:nvPr>
        </p:nvSpPr>
        <p:spPr>
          <a:xfrm>
            <a:off x="650975" y="2602850"/>
            <a:ext cx="6765000" cy="20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■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Light"/>
              <a:buChar char="■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C banner">
  <p:cSld name="CUSTOM_6_1_1_1_1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9"/>
          <p:cNvSpPr/>
          <p:nvPr/>
        </p:nvSpPr>
        <p:spPr>
          <a:xfrm>
            <a:off x="275" y="1000"/>
            <a:ext cx="9144000" cy="142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79"/>
          <p:cNvSpPr txBox="1"/>
          <p:nvPr>
            <p:ph type="title"/>
          </p:nvPr>
        </p:nvSpPr>
        <p:spPr>
          <a:xfrm>
            <a:off x="445550" y="1005875"/>
            <a:ext cx="51744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376" name="Google Shape;376;p79"/>
          <p:cNvSpPr txBox="1"/>
          <p:nvPr>
            <p:ph idx="1" type="subTitle"/>
          </p:nvPr>
        </p:nvSpPr>
        <p:spPr>
          <a:xfrm>
            <a:off x="506375" y="2014125"/>
            <a:ext cx="41211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79"/>
          <p:cNvSpPr txBox="1"/>
          <p:nvPr>
            <p:ph idx="2" type="body"/>
          </p:nvPr>
        </p:nvSpPr>
        <p:spPr>
          <a:xfrm>
            <a:off x="650975" y="2602850"/>
            <a:ext cx="6765000" cy="20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■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●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Light"/>
              <a:buChar char="○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Light"/>
              <a:buChar char="■"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left/Content right">
  <p:cSld name="CUSTOM_7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80"/>
          <p:cNvSpPr/>
          <p:nvPr/>
        </p:nvSpPr>
        <p:spPr>
          <a:xfrm flipH="1">
            <a:off x="4854600" y="0"/>
            <a:ext cx="4289400" cy="5143500"/>
          </a:xfrm>
          <a:prstGeom prst="round1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80"/>
          <p:cNvSpPr txBox="1"/>
          <p:nvPr>
            <p:ph type="title"/>
          </p:nvPr>
        </p:nvSpPr>
        <p:spPr>
          <a:xfrm>
            <a:off x="301375" y="806525"/>
            <a:ext cx="354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381" name="Google Shape;381;p80"/>
          <p:cNvSpPr txBox="1"/>
          <p:nvPr>
            <p:ph idx="1" type="subTitle"/>
          </p:nvPr>
        </p:nvSpPr>
        <p:spPr>
          <a:xfrm>
            <a:off x="301375" y="1477950"/>
            <a:ext cx="3005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80"/>
          <p:cNvSpPr txBox="1"/>
          <p:nvPr>
            <p:ph idx="2" type="body"/>
          </p:nvPr>
        </p:nvSpPr>
        <p:spPr>
          <a:xfrm>
            <a:off x="444400" y="2056350"/>
            <a:ext cx="3541200" cy="28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  <a:defRPr sz="12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○"/>
              <a:defRPr sz="12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■"/>
              <a:defRPr sz="12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383" name="Google Shape;383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29600" y="164592"/>
            <a:ext cx="749808" cy="215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nly">
  <p:cSld name="CUSTOM_7_1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81"/>
          <p:cNvSpPr txBox="1"/>
          <p:nvPr>
            <p:ph type="title"/>
          </p:nvPr>
        </p:nvSpPr>
        <p:spPr>
          <a:xfrm>
            <a:off x="301375" y="806525"/>
            <a:ext cx="354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386" name="Google Shape;386;p81"/>
          <p:cNvSpPr txBox="1"/>
          <p:nvPr>
            <p:ph idx="1" type="subTitle"/>
          </p:nvPr>
        </p:nvSpPr>
        <p:spPr>
          <a:xfrm>
            <a:off x="301375" y="1477950"/>
            <a:ext cx="3005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81"/>
          <p:cNvSpPr txBox="1"/>
          <p:nvPr>
            <p:ph idx="2" type="body"/>
          </p:nvPr>
        </p:nvSpPr>
        <p:spPr>
          <a:xfrm>
            <a:off x="444400" y="2056350"/>
            <a:ext cx="3541200" cy="28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  <a:defRPr sz="12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○"/>
              <a:defRPr sz="12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■"/>
              <a:defRPr sz="12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388" name="Google Shape;388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29600" y="164592"/>
            <a:ext cx="749808" cy="215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_EX">
  <p:cSld name="CUSTOM_7_1_1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82"/>
          <p:cNvSpPr txBox="1"/>
          <p:nvPr>
            <p:ph type="title"/>
          </p:nvPr>
        </p:nvSpPr>
        <p:spPr>
          <a:xfrm>
            <a:off x="332350" y="1379225"/>
            <a:ext cx="258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391" name="Google Shape;391;p82"/>
          <p:cNvSpPr txBox="1"/>
          <p:nvPr>
            <p:ph idx="1" type="subTitle"/>
          </p:nvPr>
        </p:nvSpPr>
        <p:spPr>
          <a:xfrm>
            <a:off x="332350" y="2050650"/>
            <a:ext cx="209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2" name="Google Shape;392;p82"/>
          <p:cNvSpPr txBox="1"/>
          <p:nvPr>
            <p:ph idx="2" type="body"/>
          </p:nvPr>
        </p:nvSpPr>
        <p:spPr>
          <a:xfrm>
            <a:off x="444400" y="2820625"/>
            <a:ext cx="3398100" cy="17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  <a:defRPr sz="12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○"/>
              <a:defRPr sz="12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■"/>
              <a:defRPr sz="12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393" name="Google Shape;393;p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29600" y="164592"/>
            <a:ext cx="749808" cy="21557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82"/>
          <p:cNvSpPr txBox="1"/>
          <p:nvPr>
            <p:ph idx="3" type="subTitle"/>
          </p:nvPr>
        </p:nvSpPr>
        <p:spPr>
          <a:xfrm>
            <a:off x="5070525" y="1379225"/>
            <a:ext cx="3502200" cy="21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5" name="Google Shape;395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0525" y="0"/>
            <a:ext cx="135255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82"/>
          <p:cNvSpPr txBox="1"/>
          <p:nvPr>
            <p:ph idx="4" type="title"/>
          </p:nvPr>
        </p:nvSpPr>
        <p:spPr>
          <a:xfrm>
            <a:off x="5070525" y="3747575"/>
            <a:ext cx="258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_CX">
  <p:cSld name="CUSTOM_7_1_1_1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83"/>
          <p:cNvSpPr txBox="1"/>
          <p:nvPr>
            <p:ph type="title"/>
          </p:nvPr>
        </p:nvSpPr>
        <p:spPr>
          <a:xfrm>
            <a:off x="332350" y="1379225"/>
            <a:ext cx="258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399" name="Google Shape;399;p83"/>
          <p:cNvSpPr txBox="1"/>
          <p:nvPr>
            <p:ph idx="1" type="subTitle"/>
          </p:nvPr>
        </p:nvSpPr>
        <p:spPr>
          <a:xfrm>
            <a:off x="332350" y="2050650"/>
            <a:ext cx="209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83"/>
          <p:cNvSpPr txBox="1"/>
          <p:nvPr>
            <p:ph idx="2" type="body"/>
          </p:nvPr>
        </p:nvSpPr>
        <p:spPr>
          <a:xfrm>
            <a:off x="444400" y="2820625"/>
            <a:ext cx="3398100" cy="17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  <a:defRPr sz="12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○"/>
              <a:defRPr sz="12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■"/>
              <a:defRPr sz="12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401" name="Google Shape;401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29600" y="164592"/>
            <a:ext cx="749808" cy="21557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83"/>
          <p:cNvSpPr txBox="1"/>
          <p:nvPr>
            <p:ph idx="3" type="subTitle"/>
          </p:nvPr>
        </p:nvSpPr>
        <p:spPr>
          <a:xfrm>
            <a:off x="5070525" y="1379225"/>
            <a:ext cx="3502200" cy="21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83"/>
          <p:cNvSpPr txBox="1"/>
          <p:nvPr>
            <p:ph idx="4" type="title"/>
          </p:nvPr>
        </p:nvSpPr>
        <p:spPr>
          <a:xfrm>
            <a:off x="5070525" y="3747575"/>
            <a:ext cx="258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pic>
        <p:nvPicPr>
          <p:cNvPr id="404" name="Google Shape;404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0525" y="0"/>
            <a:ext cx="1352550" cy="10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_BX">
  <p:cSld name="CUSTOM_7_1_1_1_1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84"/>
          <p:cNvSpPr txBox="1"/>
          <p:nvPr>
            <p:ph type="title"/>
          </p:nvPr>
        </p:nvSpPr>
        <p:spPr>
          <a:xfrm>
            <a:off x="332350" y="1379225"/>
            <a:ext cx="258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407" name="Google Shape;407;p84"/>
          <p:cNvSpPr txBox="1"/>
          <p:nvPr>
            <p:ph idx="1" type="subTitle"/>
          </p:nvPr>
        </p:nvSpPr>
        <p:spPr>
          <a:xfrm>
            <a:off x="332350" y="2050650"/>
            <a:ext cx="209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84"/>
          <p:cNvSpPr txBox="1"/>
          <p:nvPr>
            <p:ph idx="2" type="body"/>
          </p:nvPr>
        </p:nvSpPr>
        <p:spPr>
          <a:xfrm>
            <a:off x="444400" y="2820625"/>
            <a:ext cx="3398100" cy="17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  <a:defRPr sz="12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○"/>
              <a:defRPr sz="12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■"/>
              <a:defRPr sz="12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409" name="Google Shape;409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29600" y="164592"/>
            <a:ext cx="749808" cy="21557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84"/>
          <p:cNvSpPr txBox="1"/>
          <p:nvPr>
            <p:ph idx="3" type="subTitle"/>
          </p:nvPr>
        </p:nvSpPr>
        <p:spPr>
          <a:xfrm>
            <a:off x="5070525" y="1379225"/>
            <a:ext cx="3502200" cy="21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1" name="Google Shape;411;p84"/>
          <p:cNvSpPr txBox="1"/>
          <p:nvPr>
            <p:ph idx="4" type="title"/>
          </p:nvPr>
        </p:nvSpPr>
        <p:spPr>
          <a:xfrm>
            <a:off x="5070525" y="3747575"/>
            <a:ext cx="258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pic>
        <p:nvPicPr>
          <p:cNvPr id="412" name="Google Shape;412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0525" y="0"/>
            <a:ext cx="1352550" cy="10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_RC">
  <p:cSld name="CUSTOM_7_1_1_1_1_1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85"/>
          <p:cNvSpPr txBox="1"/>
          <p:nvPr>
            <p:ph type="title"/>
          </p:nvPr>
        </p:nvSpPr>
        <p:spPr>
          <a:xfrm>
            <a:off x="332350" y="1379225"/>
            <a:ext cx="258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415" name="Google Shape;415;p85"/>
          <p:cNvSpPr txBox="1"/>
          <p:nvPr>
            <p:ph idx="1" type="subTitle"/>
          </p:nvPr>
        </p:nvSpPr>
        <p:spPr>
          <a:xfrm>
            <a:off x="332350" y="2050650"/>
            <a:ext cx="209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85"/>
          <p:cNvSpPr txBox="1"/>
          <p:nvPr>
            <p:ph idx="2" type="body"/>
          </p:nvPr>
        </p:nvSpPr>
        <p:spPr>
          <a:xfrm>
            <a:off x="444400" y="2820625"/>
            <a:ext cx="3398100" cy="17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  <a:defRPr sz="12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○"/>
              <a:defRPr sz="12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■"/>
              <a:defRPr sz="12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417" name="Google Shape;417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29600" y="164592"/>
            <a:ext cx="749808" cy="21557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85"/>
          <p:cNvSpPr txBox="1"/>
          <p:nvPr>
            <p:ph idx="3" type="subTitle"/>
          </p:nvPr>
        </p:nvSpPr>
        <p:spPr>
          <a:xfrm>
            <a:off x="5070525" y="1379225"/>
            <a:ext cx="3502200" cy="21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85"/>
          <p:cNvSpPr txBox="1"/>
          <p:nvPr>
            <p:ph idx="4" type="title"/>
          </p:nvPr>
        </p:nvSpPr>
        <p:spPr>
          <a:xfrm>
            <a:off x="5070525" y="3747575"/>
            <a:ext cx="258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pic>
        <p:nvPicPr>
          <p:cNvPr id="420" name="Google Shape;420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0525" y="0"/>
            <a:ext cx="1352550" cy="10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_PX">
  <p:cSld name="CUSTOM_7_1_1_1_1_1_1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86"/>
          <p:cNvSpPr txBox="1"/>
          <p:nvPr>
            <p:ph type="title"/>
          </p:nvPr>
        </p:nvSpPr>
        <p:spPr>
          <a:xfrm>
            <a:off x="332350" y="1379225"/>
            <a:ext cx="258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423" name="Google Shape;423;p86"/>
          <p:cNvSpPr txBox="1"/>
          <p:nvPr>
            <p:ph idx="1" type="subTitle"/>
          </p:nvPr>
        </p:nvSpPr>
        <p:spPr>
          <a:xfrm>
            <a:off x="332350" y="2050650"/>
            <a:ext cx="209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86"/>
          <p:cNvSpPr txBox="1"/>
          <p:nvPr>
            <p:ph idx="2" type="body"/>
          </p:nvPr>
        </p:nvSpPr>
        <p:spPr>
          <a:xfrm>
            <a:off x="444400" y="2820625"/>
            <a:ext cx="3398100" cy="17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  <a:defRPr sz="12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○"/>
              <a:defRPr sz="12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■"/>
              <a:defRPr sz="12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425" name="Google Shape;425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29600" y="164592"/>
            <a:ext cx="749808" cy="21557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86"/>
          <p:cNvSpPr txBox="1"/>
          <p:nvPr>
            <p:ph idx="3" type="subTitle"/>
          </p:nvPr>
        </p:nvSpPr>
        <p:spPr>
          <a:xfrm>
            <a:off x="5070525" y="1379225"/>
            <a:ext cx="3502200" cy="21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86"/>
          <p:cNvSpPr txBox="1"/>
          <p:nvPr>
            <p:ph idx="4" type="title"/>
          </p:nvPr>
        </p:nvSpPr>
        <p:spPr>
          <a:xfrm>
            <a:off x="5070525" y="3747575"/>
            <a:ext cx="258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pic>
        <p:nvPicPr>
          <p:cNvPr id="428" name="Google Shape;428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0525" y="0"/>
            <a:ext cx="1352550" cy="10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_XM">
  <p:cSld name="CUSTOM_7_1_1_1_1_1_1_1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87"/>
          <p:cNvSpPr txBox="1"/>
          <p:nvPr>
            <p:ph type="title"/>
          </p:nvPr>
        </p:nvSpPr>
        <p:spPr>
          <a:xfrm>
            <a:off x="332350" y="1379225"/>
            <a:ext cx="258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431" name="Google Shape;431;p87"/>
          <p:cNvSpPr txBox="1"/>
          <p:nvPr>
            <p:ph idx="1" type="subTitle"/>
          </p:nvPr>
        </p:nvSpPr>
        <p:spPr>
          <a:xfrm>
            <a:off x="332350" y="2050650"/>
            <a:ext cx="209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87"/>
          <p:cNvSpPr txBox="1"/>
          <p:nvPr>
            <p:ph idx="2" type="body"/>
          </p:nvPr>
        </p:nvSpPr>
        <p:spPr>
          <a:xfrm>
            <a:off x="444400" y="2820625"/>
            <a:ext cx="3398100" cy="17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  <a:defRPr sz="1200">
                <a:latin typeface="Roboto Thin"/>
                <a:ea typeface="Roboto Thin"/>
                <a:cs typeface="Roboto Thin"/>
                <a:sym typeface="Roboto Thin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○"/>
              <a:defRPr sz="1200">
                <a:latin typeface="Roboto Thin"/>
                <a:ea typeface="Roboto Thin"/>
                <a:cs typeface="Roboto Thin"/>
                <a:sym typeface="Roboto Thin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Thin"/>
              <a:buChar char="■"/>
              <a:defRPr sz="1200">
                <a:latin typeface="Roboto Thin"/>
                <a:ea typeface="Roboto Thin"/>
                <a:cs typeface="Roboto Thin"/>
                <a:sym typeface="Roboto Thin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433" name="Google Shape;433;p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29600" y="164592"/>
            <a:ext cx="749808" cy="21557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87"/>
          <p:cNvSpPr txBox="1"/>
          <p:nvPr>
            <p:ph idx="3" type="subTitle"/>
          </p:nvPr>
        </p:nvSpPr>
        <p:spPr>
          <a:xfrm>
            <a:off x="5070525" y="1379225"/>
            <a:ext cx="3502200" cy="21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87"/>
          <p:cNvSpPr txBox="1"/>
          <p:nvPr>
            <p:ph idx="4" type="title"/>
          </p:nvPr>
        </p:nvSpPr>
        <p:spPr>
          <a:xfrm>
            <a:off x="5070525" y="3747575"/>
            <a:ext cx="258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pic>
        <p:nvPicPr>
          <p:cNvPr id="436" name="Google Shape;436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0525" y="0"/>
            <a:ext cx="1352550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solidFill>
          <a:srgbClr val="2E393F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8" name="Google Shape;438;p8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9" name="Google Shape;439;p8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8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1" name="Google Shape;441;p8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2" name="Google Shape;442;p8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3" name="Google Shape;443;p88"/>
          <p:cNvSpPr/>
          <p:nvPr/>
        </p:nvSpPr>
        <p:spPr>
          <a:xfrm>
            <a:off x="0" y="-2625"/>
            <a:ext cx="9144000" cy="323400"/>
          </a:xfrm>
          <a:prstGeom prst="rect">
            <a:avLst/>
          </a:prstGeom>
          <a:gradFill>
            <a:gsLst>
              <a:gs pos="0">
                <a:srgbClr val="21DBAA"/>
              </a:gs>
              <a:gs pos="34000">
                <a:srgbClr val="00B4EF"/>
              </a:gs>
              <a:gs pos="67000">
                <a:srgbClr val="0768DD"/>
              </a:gs>
              <a:gs pos="100000">
                <a:srgbClr val="5F1AE5"/>
              </a:gs>
            </a:gsLst>
            <a:lin ang="18900044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 1 1 1">
  <p:cSld name="SECTION_HEADER_1_1_1_1">
    <p:bg>
      <p:bgPr>
        <a:solidFill>
          <a:srgbClr val="5F1AE5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" name="Google Shape;445;p8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46" name="Google Shape;446;p8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8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8" name="Google Shape;448;p8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9" name="Google Shape;449;p8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9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52" name="Google Shape;452;p9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53" name="Google Shape;453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3">
  <p:cSld name="TITLE_3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9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56" name="Google Shape;456;p9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57" name="Google Shape;457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4">
  <p:cSld name="TITLE_4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9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60" name="Google Shape;460;p9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61" name="Google Shape;461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5">
  <p:cSld name="TITLE_5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9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64" name="Google Shape;464;p9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65" name="Google Shape;465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66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21.xml"/><Relationship Id="rId65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24.xml"/><Relationship Id="rId68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Black"/>
              <a:buNone/>
              <a:defRPr b="0" i="0" sz="2800" u="none" cap="none" strike="noStrik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edium"/>
              <a:buChar char="●"/>
              <a:defRPr b="0" i="0" sz="18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■"/>
              <a:defRPr b="0" i="0" sz="14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Thin"/>
              <a:buChar char="●"/>
              <a:defRPr b="0" i="0" sz="1400" u="none" cap="none" strike="noStrike">
                <a:solidFill>
                  <a:schemeClr val="dk2"/>
                </a:solidFill>
                <a:latin typeface="Roboto Thin"/>
                <a:ea typeface="Roboto Thin"/>
                <a:cs typeface="Roboto Thin"/>
                <a:sym typeface="Roboto Thin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Thin"/>
              <a:buChar char="○"/>
              <a:defRPr b="0" i="0" sz="1400" u="none" cap="none" strike="noStrike">
                <a:solidFill>
                  <a:schemeClr val="dk2"/>
                </a:solidFill>
                <a:latin typeface="Roboto Thin"/>
                <a:ea typeface="Roboto Thin"/>
                <a:cs typeface="Roboto Thin"/>
                <a:sym typeface="Roboto Thin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Thin"/>
              <a:buChar char="■"/>
              <a:defRPr b="0" i="0" sz="1400" u="none" cap="none" strike="noStrike">
                <a:solidFill>
                  <a:schemeClr val="dk2"/>
                </a:solidFill>
                <a:latin typeface="Roboto Thin"/>
                <a:ea typeface="Roboto Thin"/>
                <a:cs typeface="Roboto Thin"/>
                <a:sym typeface="Roboto Thin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Thin"/>
              <a:buChar char="●"/>
              <a:defRPr b="0" i="0" sz="1400" u="none" cap="none" strike="noStrike">
                <a:solidFill>
                  <a:schemeClr val="dk2"/>
                </a:solidFill>
                <a:latin typeface="Roboto Thin"/>
                <a:ea typeface="Roboto Thin"/>
                <a:cs typeface="Roboto Thin"/>
                <a:sym typeface="Roboto Thin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Thin"/>
              <a:buChar char="○"/>
              <a:defRPr b="0" i="0" sz="1400" u="none" cap="none" strike="noStrike">
                <a:solidFill>
                  <a:schemeClr val="dk2"/>
                </a:solidFill>
                <a:latin typeface="Roboto Thin"/>
                <a:ea typeface="Roboto Thin"/>
                <a:cs typeface="Roboto Thin"/>
                <a:sym typeface="Roboto Thin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 Thin"/>
              <a:buChar char="■"/>
              <a:defRPr b="0" i="0" sz="1400" u="none" cap="none" strike="noStrike">
                <a:solidFill>
                  <a:schemeClr val="dk2"/>
                </a:solidFill>
                <a:latin typeface="Roboto Thin"/>
                <a:ea typeface="Roboto Thin"/>
                <a:cs typeface="Roboto Thin"/>
                <a:sym typeface="Roboto Thi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  <p:sldLayoutId id="2147483713" r:id="rId65"/>
    <p:sldLayoutId id="2147483714" r:id="rId66"/>
    <p:sldLayoutId id="2147483715" r:id="rId6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Relationship Id="rId4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Relationship Id="rId4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"/>
          <p:cNvSpPr txBox="1"/>
          <p:nvPr>
            <p:ph type="title"/>
          </p:nvPr>
        </p:nvSpPr>
        <p:spPr>
          <a:xfrm>
            <a:off x="586799" y="3210625"/>
            <a:ext cx="7081485" cy="14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/>
              <a:t>Dynamic Growth Training Series:</a:t>
            </a:r>
            <a:br>
              <a:rPr lang="en-US" sz="2400"/>
            </a:br>
            <a:r>
              <a:rPr lang="en-US"/>
              <a:t>Day in the Life of a Client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"/>
          <p:cNvSpPr txBox="1"/>
          <p:nvPr>
            <p:ph idx="2" type="title"/>
          </p:nvPr>
        </p:nvSpPr>
        <p:spPr>
          <a:xfrm>
            <a:off x="353525" y="1365610"/>
            <a:ext cx="359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476" name="Google Shape;476;p2"/>
          <p:cNvSpPr txBox="1"/>
          <p:nvPr>
            <p:ph idx="1" type="body"/>
          </p:nvPr>
        </p:nvSpPr>
        <p:spPr>
          <a:xfrm>
            <a:off x="524450" y="1787661"/>
            <a:ext cx="3241792" cy="29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●"/>
            </a:pPr>
            <a:r>
              <a:rPr lang="en-US"/>
              <a:t>Client Relationships: 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Importance of understanding clients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Building client relationships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-US"/>
              <a:t>Client-side Consumer Insights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Stressors &amp; Delighters 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-US"/>
              <a:t>Client-side Project Experience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-US"/>
              <a:t>Q&amp;A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None/>
            </a:pPr>
            <a:r>
              <a:t/>
            </a:r>
            <a:endParaRPr/>
          </a:p>
        </p:txBody>
      </p:sp>
      <p:sp>
        <p:nvSpPr>
          <p:cNvPr id="477" name="Google Shape;477;p2"/>
          <p:cNvSpPr txBox="1"/>
          <p:nvPr>
            <p:ph type="title"/>
          </p:nvPr>
        </p:nvSpPr>
        <p:spPr>
          <a:xfrm>
            <a:off x="5026450" y="1474246"/>
            <a:ext cx="3593100" cy="29168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700"/>
              <a:t>The objective of today’s workshop is to build empathy and understanding of the impact our work has outside Qualtrics' walls. </a:t>
            </a:r>
            <a:br>
              <a:rPr lang="en-US" sz="1700"/>
            </a:br>
            <a:br>
              <a:rPr lang="en-US" sz="1700"/>
            </a:br>
            <a:r>
              <a:rPr lang="en-US" sz="1700"/>
              <a:t>The goal of this training is to learn tools and tactics to deepen client relationships, inspire new ways of thinking when approaching projects with clients.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"/>
          <p:cNvSpPr txBox="1"/>
          <p:nvPr>
            <p:ph type="title"/>
          </p:nvPr>
        </p:nvSpPr>
        <p:spPr>
          <a:xfrm>
            <a:off x="1236498" y="2909779"/>
            <a:ext cx="6671005" cy="1019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/>
              <a:t>They require </a:t>
            </a:r>
            <a:r>
              <a:rPr lang="en-US" sz="2000" u="sng"/>
              <a:t>trust</a:t>
            </a:r>
            <a:r>
              <a:rPr lang="en-US" sz="2000"/>
              <a:t> - manifested in </a:t>
            </a:r>
            <a:r>
              <a:rPr b="1" i="1" lang="en-US" sz="2000"/>
              <a:t>communication</a:t>
            </a:r>
            <a:r>
              <a:rPr lang="en-US" sz="2000"/>
              <a:t>, </a:t>
            </a:r>
            <a:r>
              <a:rPr i="1" lang="en-US" sz="2000"/>
              <a:t>dependability, </a:t>
            </a:r>
            <a:r>
              <a:rPr lang="en-US" sz="2000"/>
              <a:t>and</a:t>
            </a:r>
            <a:r>
              <a:rPr i="1" lang="en-US" sz="2000"/>
              <a:t> empathy</a:t>
            </a:r>
            <a:r>
              <a:rPr lang="en-US" sz="2000"/>
              <a:t>.</a:t>
            </a:r>
            <a:endParaRPr/>
          </a:p>
        </p:txBody>
      </p:sp>
      <p:sp>
        <p:nvSpPr>
          <p:cNvPr id="483" name="Google Shape;483;p3"/>
          <p:cNvSpPr/>
          <p:nvPr/>
        </p:nvSpPr>
        <p:spPr>
          <a:xfrm>
            <a:off x="493414" y="2448114"/>
            <a:ext cx="815717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Strong client relationships are much like any relationship: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Google Shape;488;p4"/>
          <p:cNvGrpSpPr/>
          <p:nvPr/>
        </p:nvGrpSpPr>
        <p:grpSpPr>
          <a:xfrm>
            <a:off x="1847541" y="1383780"/>
            <a:ext cx="5068510" cy="1015663"/>
            <a:chOff x="2375454" y="185909"/>
            <a:chExt cx="5068510" cy="1015663"/>
          </a:xfrm>
        </p:grpSpPr>
        <p:sp>
          <p:nvSpPr>
            <p:cNvPr id="489" name="Google Shape;489;p4"/>
            <p:cNvSpPr txBox="1"/>
            <p:nvPr/>
          </p:nvSpPr>
          <p:spPr>
            <a:xfrm>
              <a:off x="2375454" y="455213"/>
              <a:ext cx="204832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424242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TRUST</a:t>
              </a:r>
              <a:endParaRPr/>
            </a:p>
          </p:txBody>
        </p:sp>
        <p:sp>
          <p:nvSpPr>
            <p:cNvPr id="490" name="Google Shape;490;p4"/>
            <p:cNvSpPr txBox="1"/>
            <p:nvPr/>
          </p:nvSpPr>
          <p:spPr>
            <a:xfrm>
              <a:off x="4263136" y="185909"/>
              <a:ext cx="1967023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424242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Credibility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424242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+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424242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Reliability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424242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+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424242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Intimacy</a:t>
              </a:r>
              <a:endParaRPr/>
            </a:p>
          </p:txBody>
        </p:sp>
        <p:sp>
          <p:nvSpPr>
            <p:cNvPr id="491" name="Google Shape;491;p4"/>
            <p:cNvSpPr txBox="1"/>
            <p:nvPr/>
          </p:nvSpPr>
          <p:spPr>
            <a:xfrm>
              <a:off x="6394264" y="439829"/>
              <a:ext cx="1049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424242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Self-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424242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Orientation</a:t>
              </a:r>
              <a:endParaRPr/>
            </a:p>
          </p:txBody>
        </p:sp>
        <p:sp>
          <p:nvSpPr>
            <p:cNvPr id="492" name="Google Shape;492;p4"/>
            <p:cNvSpPr txBox="1"/>
            <p:nvPr/>
          </p:nvSpPr>
          <p:spPr>
            <a:xfrm>
              <a:off x="5770249" y="393658"/>
              <a:ext cx="530578" cy="58477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-2325" r="-2325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493" name="Google Shape;493;p4"/>
            <p:cNvSpPr txBox="1"/>
            <p:nvPr/>
          </p:nvSpPr>
          <p:spPr>
            <a:xfrm>
              <a:off x="4103013" y="393658"/>
              <a:ext cx="530578" cy="58477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</p:grpSp>
      <p:sp>
        <p:nvSpPr>
          <p:cNvPr id="494" name="Google Shape;494;p4"/>
          <p:cNvSpPr txBox="1"/>
          <p:nvPr>
            <p:ph idx="1" type="body"/>
          </p:nvPr>
        </p:nvSpPr>
        <p:spPr>
          <a:xfrm>
            <a:off x="250566" y="3028647"/>
            <a:ext cx="2056752" cy="9274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100">
                <a:solidFill>
                  <a:srgbClr val="595959"/>
                </a:solidFill>
              </a:rPr>
              <a:t>has to do with the </a:t>
            </a:r>
            <a:r>
              <a:rPr b="1" lang="en-US" sz="1100">
                <a:solidFill>
                  <a:srgbClr val="595959"/>
                </a:solidFill>
              </a:rPr>
              <a:t>words we speak</a:t>
            </a:r>
            <a:r>
              <a:rPr lang="en-US" sz="1100">
                <a:solidFill>
                  <a:srgbClr val="595959"/>
                </a:solidFill>
              </a:rPr>
              <a:t>. 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">
              <a:solidFill>
                <a:srgbClr val="8D8D8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95" name="Google Shape;495;p4"/>
          <p:cNvSpPr txBox="1"/>
          <p:nvPr/>
        </p:nvSpPr>
        <p:spPr>
          <a:xfrm>
            <a:off x="2519008" y="3028647"/>
            <a:ext cx="1957800" cy="9274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edium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Roboto Medium"/>
                <a:ea typeface="Roboto Medium"/>
                <a:cs typeface="Roboto Medium"/>
                <a:sym typeface="Roboto Medium"/>
              </a:rPr>
              <a:t>has to do with </a:t>
            </a:r>
            <a:r>
              <a:rPr b="1" i="0" lang="en-US" sz="1100" u="none" cap="none" strike="noStrike">
                <a:solidFill>
                  <a:srgbClr val="595959"/>
                </a:solidFill>
                <a:latin typeface="Roboto Medium"/>
                <a:ea typeface="Roboto Medium"/>
                <a:cs typeface="Roboto Medium"/>
                <a:sym typeface="Roboto Medium"/>
              </a:rPr>
              <a:t>actions</a:t>
            </a:r>
            <a:r>
              <a:rPr b="0" i="0" lang="en-US" sz="1100" u="none" cap="none" strike="noStrike">
                <a:solidFill>
                  <a:srgbClr val="595959"/>
                </a:solidFill>
                <a:latin typeface="Roboto Medium"/>
                <a:ea typeface="Roboto Medium"/>
                <a:cs typeface="Roboto Medium"/>
                <a:sym typeface="Roboto Medium"/>
              </a:rPr>
              <a:t>. </a:t>
            </a:r>
            <a:endParaRPr/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edium"/>
              <a:buNone/>
            </a:pPr>
            <a:r>
              <a:t/>
            </a:r>
            <a:endParaRPr b="0" i="0" sz="1100" u="none" cap="none" strike="noStrike">
              <a:solidFill>
                <a:srgbClr val="5959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edium"/>
              <a:buNone/>
            </a:pPr>
            <a:r>
              <a:t/>
            </a:r>
            <a:endParaRPr b="0" i="0" sz="1100" u="none" cap="none" strike="noStrike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96" name="Google Shape;496;p4"/>
          <p:cNvSpPr txBox="1"/>
          <p:nvPr/>
        </p:nvSpPr>
        <p:spPr>
          <a:xfrm>
            <a:off x="4709904" y="3028647"/>
            <a:ext cx="1957800" cy="9274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edium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Roboto Medium"/>
                <a:ea typeface="Roboto Medium"/>
                <a:cs typeface="Roboto Medium"/>
                <a:sym typeface="Roboto Medium"/>
              </a:rPr>
              <a:t>refers to the </a:t>
            </a:r>
            <a:r>
              <a:rPr b="1" i="0" lang="en-US" sz="1100" u="none" cap="none" strike="noStrike">
                <a:solidFill>
                  <a:srgbClr val="595959"/>
                </a:solidFill>
                <a:latin typeface="Roboto Medium"/>
                <a:ea typeface="Roboto Medium"/>
                <a:cs typeface="Roboto Medium"/>
                <a:sym typeface="Roboto Medium"/>
              </a:rPr>
              <a:t>safety</a:t>
            </a:r>
            <a:r>
              <a:rPr b="0" i="0" lang="en-US" sz="1100" u="none" cap="none" strike="noStrike">
                <a:solidFill>
                  <a:srgbClr val="595959"/>
                </a:solidFill>
                <a:latin typeface="Roboto Medium"/>
                <a:ea typeface="Roboto Medium"/>
                <a:cs typeface="Roboto Medium"/>
                <a:sym typeface="Roboto Medium"/>
              </a:rPr>
              <a:t> or </a:t>
            </a:r>
            <a:r>
              <a:rPr b="1" i="0" lang="en-US" sz="1100" u="none" cap="none" strike="noStrike">
                <a:solidFill>
                  <a:srgbClr val="595959"/>
                </a:solidFill>
                <a:latin typeface="Roboto Medium"/>
                <a:ea typeface="Roboto Medium"/>
                <a:cs typeface="Roboto Medium"/>
                <a:sym typeface="Roboto Medium"/>
              </a:rPr>
              <a:t>security</a:t>
            </a:r>
            <a:r>
              <a:rPr b="0" i="0" lang="en-US" sz="1100" u="none" cap="none" strike="noStrike">
                <a:solidFill>
                  <a:srgbClr val="595959"/>
                </a:solidFill>
                <a:latin typeface="Roboto Medium"/>
                <a:ea typeface="Roboto Medium"/>
                <a:cs typeface="Roboto Medium"/>
                <a:sym typeface="Roboto Medium"/>
              </a:rPr>
              <a:t> that we feel when entrusting someone with something. </a:t>
            </a:r>
            <a:endParaRPr b="0" i="0" sz="1100" u="none" cap="none" strike="noStrike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97" name="Google Shape;497;p4"/>
          <p:cNvSpPr txBox="1"/>
          <p:nvPr/>
        </p:nvSpPr>
        <p:spPr>
          <a:xfrm>
            <a:off x="6915992" y="3028647"/>
            <a:ext cx="1957800" cy="9274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edium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Roboto Medium"/>
                <a:ea typeface="Roboto Medium"/>
                <a:cs typeface="Roboto Medium"/>
                <a:sym typeface="Roboto Medium"/>
              </a:rPr>
              <a:t>refers to the person’s </a:t>
            </a:r>
            <a:r>
              <a:rPr b="1" i="0" lang="en-US" sz="1100" u="none" cap="none" strike="noStrike">
                <a:solidFill>
                  <a:srgbClr val="595959"/>
                </a:solidFill>
                <a:latin typeface="Roboto Medium"/>
                <a:ea typeface="Roboto Medium"/>
                <a:cs typeface="Roboto Medium"/>
                <a:sym typeface="Roboto Medium"/>
              </a:rPr>
              <a:t>focus </a:t>
            </a:r>
            <a:r>
              <a:rPr b="0" i="0" lang="en-US" sz="1100" u="none" cap="none" strike="noStrike">
                <a:solidFill>
                  <a:srgbClr val="595959"/>
                </a:solidFill>
                <a:latin typeface="Roboto Medium"/>
                <a:ea typeface="Roboto Medium"/>
                <a:cs typeface="Roboto Medium"/>
                <a:sym typeface="Roboto Medium"/>
              </a:rPr>
              <a:t>and</a:t>
            </a:r>
            <a:r>
              <a:rPr b="1" i="0" lang="en-US" sz="1100" u="none" cap="none" strike="noStrike">
                <a:solidFill>
                  <a:srgbClr val="595959"/>
                </a:solidFill>
                <a:latin typeface="Roboto Medium"/>
                <a:ea typeface="Roboto Medium"/>
                <a:cs typeface="Roboto Medium"/>
                <a:sym typeface="Roboto Medium"/>
              </a:rPr>
              <a:t> selflessness</a:t>
            </a:r>
            <a:r>
              <a:rPr b="0" i="0" lang="en-US" sz="1100" u="none" cap="none" strike="noStrike">
                <a:solidFill>
                  <a:srgbClr val="595959"/>
                </a:solidFill>
                <a:latin typeface="Roboto Medium"/>
                <a:ea typeface="Roboto Medium"/>
                <a:cs typeface="Roboto Medium"/>
                <a:sym typeface="Roboto Medium"/>
              </a:rPr>
              <a:t>.</a:t>
            </a:r>
            <a:endParaRPr/>
          </a:p>
        </p:txBody>
      </p:sp>
      <p:sp>
        <p:nvSpPr>
          <p:cNvPr id="498" name="Google Shape;498;p4"/>
          <p:cNvSpPr txBox="1"/>
          <p:nvPr>
            <p:ph type="title"/>
          </p:nvPr>
        </p:nvSpPr>
        <p:spPr>
          <a:xfrm>
            <a:off x="355015" y="444851"/>
            <a:ext cx="7494339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</a:pPr>
            <a:r>
              <a:rPr lang="en-US"/>
              <a:t>The Trust Equation</a:t>
            </a:r>
            <a:endParaRPr/>
          </a:p>
        </p:txBody>
      </p:sp>
      <p:sp>
        <p:nvSpPr>
          <p:cNvPr id="499" name="Google Shape;499;p4"/>
          <p:cNvSpPr txBox="1"/>
          <p:nvPr/>
        </p:nvSpPr>
        <p:spPr>
          <a:xfrm>
            <a:off x="-56413" y="4925174"/>
            <a:ext cx="111280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Trusted Advisor</a:t>
            </a:r>
            <a:endParaRPr/>
          </a:p>
        </p:txBody>
      </p:sp>
      <p:sp>
        <p:nvSpPr>
          <p:cNvPr id="500" name="Google Shape;500;p4"/>
          <p:cNvSpPr/>
          <p:nvPr/>
        </p:nvSpPr>
        <p:spPr>
          <a:xfrm>
            <a:off x="226243" y="3513177"/>
            <a:ext cx="2098765" cy="8228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8D8D8D"/>
                </a:solidFill>
                <a:latin typeface="Roboto Medium"/>
                <a:ea typeface="Roboto Medium"/>
                <a:cs typeface="Roboto Medium"/>
                <a:sym typeface="Roboto Medium"/>
              </a:rPr>
              <a:t>“I can trust what she says about intellectual property; she’s very credible on the subject.”</a:t>
            </a:r>
            <a:endParaRPr/>
          </a:p>
        </p:txBody>
      </p:sp>
      <p:sp>
        <p:nvSpPr>
          <p:cNvPr id="501" name="Google Shape;501;p4"/>
          <p:cNvSpPr/>
          <p:nvPr/>
        </p:nvSpPr>
        <p:spPr>
          <a:xfrm>
            <a:off x="2467861" y="3296357"/>
            <a:ext cx="2098765" cy="634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rPr>
              <a:t>“If he says he’ll deliver the product tomorrow, I trust him, because he’s dependable.”</a:t>
            </a:r>
            <a:endParaRPr/>
          </a:p>
        </p:txBody>
      </p:sp>
      <p:sp>
        <p:nvSpPr>
          <p:cNvPr id="502" name="Google Shape;502;p4"/>
          <p:cNvSpPr/>
          <p:nvPr/>
        </p:nvSpPr>
        <p:spPr>
          <a:xfrm>
            <a:off x="4760626" y="3871697"/>
            <a:ext cx="1977561" cy="9002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rPr>
              <a:t>“I can trust her with that information; she’s never violated my confidentiality before, and she would never embarrass me.”</a:t>
            </a:r>
            <a:endParaRPr/>
          </a:p>
        </p:txBody>
      </p:sp>
      <p:sp>
        <p:nvSpPr>
          <p:cNvPr id="503" name="Google Shape;503;p4"/>
          <p:cNvSpPr/>
          <p:nvPr/>
        </p:nvSpPr>
        <p:spPr>
          <a:xfrm>
            <a:off x="6942095" y="3494321"/>
            <a:ext cx="199275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rPr>
              <a:t>“I don’t trust him — I think he’s too concerned about how he’s appearing and what he gets out of this.”</a:t>
            </a:r>
            <a:endParaRPr/>
          </a:p>
        </p:txBody>
      </p:sp>
      <p:sp>
        <p:nvSpPr>
          <p:cNvPr id="504" name="Google Shape;504;p4"/>
          <p:cNvSpPr/>
          <p:nvPr/>
        </p:nvSpPr>
        <p:spPr>
          <a:xfrm>
            <a:off x="207390" y="2669537"/>
            <a:ext cx="2148840" cy="356616"/>
          </a:xfrm>
          <a:prstGeom prst="rect">
            <a:avLst/>
          </a:prstGeom>
          <a:solidFill>
            <a:srgbClr val="21DBA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CREDIBILITY</a:t>
            </a:r>
            <a:endParaRPr b="1" i="0" sz="12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4"/>
          <p:cNvSpPr/>
          <p:nvPr/>
        </p:nvSpPr>
        <p:spPr>
          <a:xfrm>
            <a:off x="2397136" y="2669422"/>
            <a:ext cx="2148840" cy="356616"/>
          </a:xfrm>
          <a:prstGeom prst="rect">
            <a:avLst/>
          </a:prstGeom>
          <a:solidFill>
            <a:srgbClr val="03B4F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RELIABILITY</a:t>
            </a:r>
            <a:endParaRPr b="1" i="0" sz="12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4"/>
          <p:cNvSpPr/>
          <p:nvPr/>
        </p:nvSpPr>
        <p:spPr>
          <a:xfrm>
            <a:off x="4586882" y="2669422"/>
            <a:ext cx="2148840" cy="356616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INTIMACY</a:t>
            </a:r>
            <a:endParaRPr b="1" i="0" sz="12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4"/>
          <p:cNvSpPr/>
          <p:nvPr/>
        </p:nvSpPr>
        <p:spPr>
          <a:xfrm>
            <a:off x="6817534" y="2669422"/>
            <a:ext cx="2148840" cy="356616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SELF-ORIENTATION</a:t>
            </a:r>
            <a:endParaRPr b="1" i="0" sz="12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8" name="Google Shape;508;p4"/>
          <p:cNvCxnSpPr/>
          <p:nvPr/>
        </p:nvCxnSpPr>
        <p:spPr>
          <a:xfrm>
            <a:off x="6776628" y="2669422"/>
            <a:ext cx="0" cy="2229514"/>
          </a:xfrm>
          <a:prstGeom prst="straightConnector1">
            <a:avLst/>
          </a:prstGeom>
          <a:noFill/>
          <a:ln cap="flat" cmpd="sng" w="9525">
            <a:solidFill>
              <a:srgbClr val="1BD9A8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"/>
          <p:cNvSpPr txBox="1"/>
          <p:nvPr>
            <p:ph idx="1" type="body"/>
          </p:nvPr>
        </p:nvSpPr>
        <p:spPr>
          <a:xfrm>
            <a:off x="-1" y="2981508"/>
            <a:ext cx="2468341" cy="16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Noto Sans Symbols"/>
              <a:buChar char="❑"/>
            </a:pPr>
            <a:r>
              <a:rPr lang="en-US" sz="1000"/>
              <a:t>Expertise: industry/method/design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Noto Sans Symbols"/>
              <a:buChar char="❑"/>
            </a:pPr>
            <a:r>
              <a:rPr lang="en-US" sz="1000"/>
              <a:t>In the know: client’s industry trends, market research trends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750"/>
              <a:buFont typeface="Noto Sans Symbols"/>
              <a:buChar char="❑"/>
            </a:pPr>
            <a:r>
              <a:rPr lang="en-US" sz="1000"/>
              <a:t>Offer your point of view when you have (an informed) one</a:t>
            </a:r>
            <a:endParaRPr/>
          </a:p>
        </p:txBody>
      </p:sp>
      <p:sp>
        <p:nvSpPr>
          <p:cNvPr id="514" name="Google Shape;514;p5"/>
          <p:cNvSpPr txBox="1"/>
          <p:nvPr/>
        </p:nvSpPr>
        <p:spPr>
          <a:xfrm>
            <a:off x="2305998" y="2981508"/>
            <a:ext cx="2263687" cy="16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Noto Sans Symbols"/>
              <a:buChar char="❑"/>
            </a:pPr>
            <a:r>
              <a:rPr b="0" i="0" lang="en-US" sz="10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Be on time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Noto Sans Symbols"/>
              <a:buChar char="❑"/>
            </a:pPr>
            <a:r>
              <a:rPr b="0" i="0" lang="en-US" sz="10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Make small promises and consistently follow through 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Noto Sans Symbols"/>
              <a:buChar char="❑"/>
            </a:pPr>
            <a:r>
              <a:rPr b="0" i="0" lang="en-US" sz="10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Communicate early and often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Noto Sans Symbols"/>
              <a:buChar char="❑"/>
            </a:pPr>
            <a:r>
              <a:rPr b="0" i="0" lang="en-US" sz="10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Respecting the client’s overall culture: client language, templates, dress codes, etc.</a:t>
            </a:r>
            <a:endParaRPr b="0" i="0" sz="1100" u="none" cap="none" strike="noStrike">
              <a:solidFill>
                <a:srgbClr val="8D8D8D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900"/>
              </a:spcBef>
              <a:spcAft>
                <a:spcPts val="300"/>
              </a:spcAft>
              <a:buClr>
                <a:schemeClr val="dk2"/>
              </a:buClr>
              <a:buSzPts val="1800"/>
              <a:buFont typeface="Roboto Medium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15" name="Google Shape;515;p5"/>
          <p:cNvSpPr txBox="1"/>
          <p:nvPr/>
        </p:nvSpPr>
        <p:spPr>
          <a:xfrm>
            <a:off x="4470965" y="2981508"/>
            <a:ext cx="2263687" cy="16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Noto Sans Symbols"/>
              <a:buChar char="❑"/>
            </a:pPr>
            <a:r>
              <a:rPr b="0" i="0" lang="en-US" sz="10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Use a person’s name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Noto Sans Symbols"/>
              <a:buChar char="❑"/>
            </a:pPr>
            <a:r>
              <a:rPr b="0" i="0" lang="en-US" sz="10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Listen beyond words: tuning into the tone, emotion, and mood 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Noto Sans Symbols"/>
              <a:buChar char="❑"/>
            </a:pPr>
            <a:r>
              <a:rPr b="0" i="0" lang="en-US" sz="10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Share something personal about yourself – makes you human and more interesting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Noto Sans Symbols"/>
              <a:buChar char="❑"/>
            </a:pPr>
            <a:r>
              <a:rPr b="0" i="0" lang="en-US" sz="10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Know their working style – work within it </a:t>
            </a:r>
            <a:endParaRPr/>
          </a:p>
          <a:p>
            <a:pPr indent="0" lvl="0" marL="1143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edium"/>
              <a:buNone/>
            </a:pPr>
            <a:r>
              <a:t/>
            </a:r>
            <a:endParaRPr b="0" i="0" sz="1100" u="none" cap="none" strike="noStrike">
              <a:solidFill>
                <a:srgbClr val="8D8D8D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edium"/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900"/>
              </a:spcBef>
              <a:spcAft>
                <a:spcPts val="300"/>
              </a:spcAft>
              <a:buClr>
                <a:schemeClr val="dk2"/>
              </a:buClr>
              <a:buSzPts val="1800"/>
              <a:buFont typeface="Roboto Medium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16" name="Google Shape;516;p5"/>
          <p:cNvSpPr txBox="1"/>
          <p:nvPr/>
        </p:nvSpPr>
        <p:spPr>
          <a:xfrm>
            <a:off x="6711348" y="2981508"/>
            <a:ext cx="2358542" cy="16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Noto Sans Symbols"/>
              <a:buChar char="❑"/>
            </a:pPr>
            <a:r>
              <a:rPr b="0" i="0" lang="en-US" sz="10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Stay curious, find out what success really looks like for your client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Noto Sans Symbols"/>
              <a:buChar char="❑"/>
            </a:pPr>
            <a:r>
              <a:rPr b="0" i="0" lang="en-US" sz="10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Listen more than you speak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Noto Sans Symbols"/>
              <a:buChar char="❑"/>
            </a:pPr>
            <a:r>
              <a:rPr b="0" i="0" lang="en-US" sz="10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Empathize with client climate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Noto Sans Symbols"/>
              <a:buChar char="❑"/>
            </a:pPr>
            <a:r>
              <a:rPr b="0" i="0" lang="en-US" sz="10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Take the time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Noto Sans Symbols"/>
              <a:buChar char="❑"/>
            </a:pPr>
            <a:r>
              <a:rPr b="0" i="0" lang="en-US" sz="10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Share time, resources, ideas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Noto Sans Symbols"/>
              <a:buChar char="❑"/>
            </a:pPr>
            <a:r>
              <a:rPr b="0" i="0" lang="en-US" sz="10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Give your client credit – make your day to day contact shine</a:t>
            </a:r>
            <a:endParaRPr/>
          </a:p>
          <a:p>
            <a:pPr indent="0" lvl="0" marL="1143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edium"/>
              <a:buNone/>
            </a:pPr>
            <a:r>
              <a:t/>
            </a:r>
            <a:endParaRPr b="0" i="0" sz="1100" u="none" cap="none" strike="noStrike">
              <a:solidFill>
                <a:srgbClr val="8D8D8D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edium"/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900"/>
              </a:spcBef>
              <a:spcAft>
                <a:spcPts val="300"/>
              </a:spcAft>
              <a:buClr>
                <a:schemeClr val="dk2"/>
              </a:buClr>
              <a:buSzPts val="1800"/>
              <a:buFont typeface="Roboto Medium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17" name="Google Shape;517;p5"/>
          <p:cNvSpPr txBox="1"/>
          <p:nvPr/>
        </p:nvSpPr>
        <p:spPr>
          <a:xfrm>
            <a:off x="-56413" y="4868612"/>
            <a:ext cx="111280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Trusted Advisor</a:t>
            </a:r>
            <a:endParaRPr/>
          </a:p>
        </p:txBody>
      </p:sp>
      <p:sp>
        <p:nvSpPr>
          <p:cNvPr id="518" name="Google Shape;518;p5"/>
          <p:cNvSpPr txBox="1"/>
          <p:nvPr>
            <p:ph type="title"/>
          </p:nvPr>
        </p:nvSpPr>
        <p:spPr>
          <a:xfrm>
            <a:off x="355015" y="444851"/>
            <a:ext cx="7494339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</a:pPr>
            <a:r>
              <a:rPr lang="en-US"/>
              <a:t>How can we boost it? </a:t>
            </a:r>
            <a:endParaRPr/>
          </a:p>
        </p:txBody>
      </p:sp>
      <p:sp>
        <p:nvSpPr>
          <p:cNvPr id="519" name="Google Shape;519;p5"/>
          <p:cNvSpPr/>
          <p:nvPr/>
        </p:nvSpPr>
        <p:spPr>
          <a:xfrm>
            <a:off x="207390" y="2669537"/>
            <a:ext cx="2148840" cy="356616"/>
          </a:xfrm>
          <a:prstGeom prst="rect">
            <a:avLst/>
          </a:prstGeom>
          <a:solidFill>
            <a:srgbClr val="21DBA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CREDIBILITY</a:t>
            </a:r>
            <a:endParaRPr b="1" i="0" sz="12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0" name="Google Shape;520;p5"/>
          <p:cNvSpPr/>
          <p:nvPr/>
        </p:nvSpPr>
        <p:spPr>
          <a:xfrm>
            <a:off x="2397136" y="2669422"/>
            <a:ext cx="2148840" cy="356616"/>
          </a:xfrm>
          <a:prstGeom prst="rect">
            <a:avLst/>
          </a:prstGeom>
          <a:solidFill>
            <a:srgbClr val="03B4F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RELIABILITY</a:t>
            </a:r>
            <a:endParaRPr b="1" i="0" sz="12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" name="Google Shape;521;p5"/>
          <p:cNvSpPr/>
          <p:nvPr/>
        </p:nvSpPr>
        <p:spPr>
          <a:xfrm>
            <a:off x="4586882" y="2669422"/>
            <a:ext cx="2148840" cy="356616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INTIMACY</a:t>
            </a:r>
            <a:endParaRPr b="1" i="0" sz="12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2" name="Google Shape;522;p5"/>
          <p:cNvSpPr/>
          <p:nvPr/>
        </p:nvSpPr>
        <p:spPr>
          <a:xfrm>
            <a:off x="6817534" y="2669422"/>
            <a:ext cx="2148840" cy="356616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SELF-ORIENTATION</a:t>
            </a:r>
            <a:endParaRPr b="1" i="0" sz="12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3" name="Google Shape;523;p5"/>
          <p:cNvCxnSpPr/>
          <p:nvPr/>
        </p:nvCxnSpPr>
        <p:spPr>
          <a:xfrm>
            <a:off x="6776628" y="2669422"/>
            <a:ext cx="0" cy="2229514"/>
          </a:xfrm>
          <a:prstGeom prst="straightConnector1">
            <a:avLst/>
          </a:prstGeom>
          <a:noFill/>
          <a:ln cap="flat" cmpd="sng" w="9525">
            <a:solidFill>
              <a:srgbClr val="1BD9A8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524" name="Google Shape;524;p5"/>
          <p:cNvGrpSpPr/>
          <p:nvPr/>
        </p:nvGrpSpPr>
        <p:grpSpPr>
          <a:xfrm>
            <a:off x="1847462" y="1383773"/>
            <a:ext cx="5029742" cy="1015663"/>
            <a:chOff x="2375454" y="185909"/>
            <a:chExt cx="4956876" cy="1015663"/>
          </a:xfrm>
        </p:grpSpPr>
        <p:sp>
          <p:nvSpPr>
            <p:cNvPr id="525" name="Google Shape;525;p5"/>
            <p:cNvSpPr txBox="1"/>
            <p:nvPr/>
          </p:nvSpPr>
          <p:spPr>
            <a:xfrm>
              <a:off x="2375454" y="455213"/>
              <a:ext cx="204832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424242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TRUST</a:t>
              </a:r>
              <a:endParaRPr/>
            </a:p>
          </p:txBody>
        </p:sp>
        <p:sp>
          <p:nvSpPr>
            <p:cNvPr id="526" name="Google Shape;526;p5"/>
            <p:cNvSpPr txBox="1"/>
            <p:nvPr/>
          </p:nvSpPr>
          <p:spPr>
            <a:xfrm>
              <a:off x="4263136" y="185909"/>
              <a:ext cx="1967023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424242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Credibility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424242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+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424242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Reliability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424242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+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424242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Intimacy</a:t>
              </a:r>
              <a:endParaRPr/>
            </a:p>
          </p:txBody>
        </p:sp>
        <p:sp>
          <p:nvSpPr>
            <p:cNvPr id="527" name="Google Shape;527;p5"/>
            <p:cNvSpPr txBox="1"/>
            <p:nvPr/>
          </p:nvSpPr>
          <p:spPr>
            <a:xfrm>
              <a:off x="6394252" y="439825"/>
              <a:ext cx="9380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424242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Self-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424242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Orientation</a:t>
              </a:r>
              <a:endParaRPr/>
            </a:p>
          </p:txBody>
        </p:sp>
        <p:sp>
          <p:nvSpPr>
            <p:cNvPr id="528" name="Google Shape;528;p5"/>
            <p:cNvSpPr txBox="1"/>
            <p:nvPr/>
          </p:nvSpPr>
          <p:spPr>
            <a:xfrm>
              <a:off x="5770249" y="393658"/>
              <a:ext cx="530578" cy="58477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-2325" r="-2325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529" name="Google Shape;529;p5"/>
            <p:cNvSpPr txBox="1"/>
            <p:nvPr/>
          </p:nvSpPr>
          <p:spPr>
            <a:xfrm>
              <a:off x="4103013" y="393658"/>
              <a:ext cx="530578" cy="58477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"/>
          <p:cNvSpPr txBox="1"/>
          <p:nvPr>
            <p:ph type="title"/>
          </p:nvPr>
        </p:nvSpPr>
        <p:spPr>
          <a:xfrm>
            <a:off x="355015" y="444851"/>
            <a:ext cx="7494339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Why Building Client Relationships Matter</a:t>
            </a:r>
            <a:endParaRPr/>
          </a:p>
        </p:txBody>
      </p:sp>
      <p:sp>
        <p:nvSpPr>
          <p:cNvPr id="535" name="Google Shape;535;p6"/>
          <p:cNvSpPr txBox="1"/>
          <p:nvPr>
            <p:ph idx="2" type="body"/>
          </p:nvPr>
        </p:nvSpPr>
        <p:spPr>
          <a:xfrm>
            <a:off x="285442" y="1883541"/>
            <a:ext cx="8165035" cy="11366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800"/>
              <a:t>Good client relationships make you feel like a true </a:t>
            </a:r>
            <a:r>
              <a:rPr b="1" lang="en-US" sz="1800">
                <a:solidFill>
                  <a:schemeClr val="accent4"/>
                </a:solidFill>
              </a:rPr>
              <a:t>partner</a:t>
            </a:r>
            <a:r>
              <a:rPr lang="en-US" sz="1800"/>
              <a:t> to your client. They </a:t>
            </a:r>
            <a:r>
              <a:rPr lang="en-US" sz="1800">
                <a:solidFill>
                  <a:schemeClr val="accent4"/>
                </a:solidFill>
              </a:rPr>
              <a:t>trust</a:t>
            </a:r>
            <a:r>
              <a:rPr lang="en-US" sz="1800"/>
              <a:t> and </a:t>
            </a:r>
            <a:r>
              <a:rPr lang="en-US" sz="1800">
                <a:solidFill>
                  <a:schemeClr val="accent4"/>
                </a:solidFill>
              </a:rPr>
              <a:t>listen</a:t>
            </a:r>
            <a:r>
              <a:rPr lang="en-US" sz="1800"/>
              <a:t> to you, and </a:t>
            </a:r>
            <a:r>
              <a:rPr b="1" lang="en-US" sz="1800">
                <a:solidFill>
                  <a:schemeClr val="accent4"/>
                </a:solidFill>
              </a:rPr>
              <a:t>you</a:t>
            </a:r>
            <a:r>
              <a:rPr lang="en-US" sz="1800"/>
              <a:t> </a:t>
            </a:r>
            <a:r>
              <a:rPr b="1" lang="en-US" sz="1800">
                <a:solidFill>
                  <a:schemeClr val="accent4"/>
                </a:solidFill>
              </a:rPr>
              <a:t>feel good about the work you </a:t>
            </a:r>
            <a:r>
              <a:rPr lang="en-US" sz="1800"/>
              <a:t>do for them. </a:t>
            </a:r>
            <a:endParaRPr/>
          </a:p>
        </p:txBody>
      </p:sp>
      <p:pic>
        <p:nvPicPr>
          <p:cNvPr id="536" name="Google Shape;5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036061" y="3266890"/>
            <a:ext cx="648479" cy="84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6"/>
          <p:cNvSpPr/>
          <p:nvPr/>
        </p:nvSpPr>
        <p:spPr>
          <a:xfrm>
            <a:off x="650974" y="3190386"/>
            <a:ext cx="8165035" cy="922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066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As a result, your relationship builds and expands into bigger &amp; better things either through longevity, additional projects or business, or the biggest compliment—referrals to other clients.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"/>
          <p:cNvSpPr txBox="1"/>
          <p:nvPr>
            <p:ph type="title"/>
          </p:nvPr>
        </p:nvSpPr>
        <p:spPr>
          <a:xfrm>
            <a:off x="586800" y="3363025"/>
            <a:ext cx="7622700" cy="15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600"/>
              <a:t>A Day in the Life…</a:t>
            </a:r>
            <a:endParaRPr sz="3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8"/>
          <p:cNvSpPr txBox="1"/>
          <p:nvPr>
            <p:ph type="title"/>
          </p:nvPr>
        </p:nvSpPr>
        <p:spPr>
          <a:xfrm>
            <a:off x="1726125" y="696600"/>
            <a:ext cx="70650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/>
              <a:t>Typical Client-Side RM Roles &amp; Responsibilities</a:t>
            </a:r>
            <a:endParaRPr/>
          </a:p>
        </p:txBody>
      </p:sp>
      <p:sp>
        <p:nvSpPr>
          <p:cNvPr id="548" name="Google Shape;548;p8"/>
          <p:cNvSpPr txBox="1"/>
          <p:nvPr>
            <p:ph idx="1" type="body"/>
          </p:nvPr>
        </p:nvSpPr>
        <p:spPr>
          <a:xfrm>
            <a:off x="2089474" y="1361659"/>
            <a:ext cx="6547629" cy="363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25"/>
              <a:buFont typeface="Noto Sans Symbols"/>
              <a:buChar char="❑"/>
            </a:pPr>
            <a:r>
              <a:rPr lang="en-US" sz="1100">
                <a:solidFill>
                  <a:srgbClr val="595959"/>
                </a:solidFill>
              </a:rPr>
              <a:t>Lead and design insights roadmap against business objectives, timelines, and budget for brand initiatives in support of AOP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25"/>
              <a:buFont typeface="Noto Sans Symbols"/>
              <a:buChar char="❑"/>
            </a:pPr>
            <a:r>
              <a:rPr lang="en-US" sz="1100">
                <a:solidFill>
                  <a:srgbClr val="595959"/>
                </a:solidFill>
              </a:rPr>
              <a:t>Ready the near-term commitments to support the current AOP agenda by executing necessary research activities related to commercial and communication needs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25"/>
              <a:buFont typeface="Noto Sans Symbols"/>
              <a:buChar char="❑"/>
            </a:pPr>
            <a:r>
              <a:rPr lang="en-US" sz="1100">
                <a:solidFill>
                  <a:srgbClr val="595959"/>
                </a:solidFill>
              </a:rPr>
              <a:t>Incorporate consumer-based insights across all planning, including marketing initiatives, consumer communications as well as annual and strategic business planning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25"/>
              <a:buFont typeface="Noto Sans Symbols"/>
              <a:buChar char="❑"/>
            </a:pPr>
            <a:r>
              <a:rPr lang="en-US" sz="1100">
                <a:solidFill>
                  <a:srgbClr val="595959"/>
                </a:solidFill>
              </a:rPr>
              <a:t>Engage closely with marketing, innovation &amp; finance to ensure an insights-driven approach to the development of communication, brand stretch and innovation strategies for the brand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25"/>
              <a:buFont typeface="Noto Sans Symbols"/>
              <a:buChar char="❑"/>
            </a:pPr>
            <a:r>
              <a:rPr lang="en-US" sz="1100">
                <a:solidFill>
                  <a:srgbClr val="595959"/>
                </a:solidFill>
              </a:rPr>
              <a:t>Deliver compelling business-storytelling to ensure insights inspire strategic decision making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25"/>
              <a:buFont typeface="Noto Sans Symbols"/>
              <a:buChar char="❑"/>
            </a:pPr>
            <a:r>
              <a:rPr lang="en-US" sz="1100">
                <a:solidFill>
                  <a:srgbClr val="595959"/>
                </a:solidFill>
              </a:rPr>
              <a:t>Leverage syndicated data sources (i.e., IRI scanner and panel data, etc.) to help monitor and diagnose the brand/category and address business issues and information needs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25"/>
              <a:buFont typeface="Noto Sans Symbols"/>
              <a:buChar char="❑"/>
            </a:pPr>
            <a:r>
              <a:rPr lang="en-US" sz="1100">
                <a:solidFill>
                  <a:srgbClr val="595959"/>
                </a:solidFill>
              </a:rPr>
              <a:t>Work with vendors to analyze data and extract meaningful and actionable insights with minimal oversight from the insights Sr. Director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25"/>
              <a:buFont typeface="Noto Sans Symbols"/>
              <a:buChar char="❑"/>
            </a:pPr>
            <a:r>
              <a:rPr lang="en-US" sz="1100">
                <a:solidFill>
                  <a:srgbClr val="595959"/>
                </a:solidFill>
              </a:rPr>
              <a:t>Work in highly collaborative &amp; cross team environment, including sensory and Global counterparts on commercial and communication initiative</a:t>
            </a:r>
            <a:endParaRPr/>
          </a:p>
          <a:p>
            <a:pPr indent="-25241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25"/>
              <a:buFont typeface="Noto Sans Symbols"/>
              <a:buNone/>
            </a:pPr>
            <a:r>
              <a:t/>
            </a:r>
            <a:endParaRPr sz="1100">
              <a:solidFill>
                <a:srgbClr val="595959"/>
              </a:solidFill>
            </a:endParaRPr>
          </a:p>
          <a:p>
            <a:pPr indent="-25241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25"/>
              <a:buFont typeface="Noto Sans Symbols"/>
              <a:buNone/>
            </a:pPr>
            <a:r>
              <a:t/>
            </a:r>
            <a:endParaRPr sz="11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9"/>
          <p:cNvSpPr txBox="1"/>
          <p:nvPr/>
        </p:nvSpPr>
        <p:spPr>
          <a:xfrm>
            <a:off x="2478513" y="1767467"/>
            <a:ext cx="3622766" cy="2963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Roboto Thin"/>
                <a:ea typeface="Roboto Thin"/>
                <a:cs typeface="Roboto Thin"/>
                <a:sym typeface="Roboto Thin"/>
              </a:rPr>
              <a:t>Big Picture Thinking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Roboto Thin"/>
                <a:ea typeface="Roboto Thin"/>
                <a:cs typeface="Roboto Thin"/>
                <a:sym typeface="Roboto Thin"/>
              </a:rPr>
              <a:t>Business Acumen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Roboto Thin"/>
                <a:ea typeface="Roboto Thin"/>
                <a:cs typeface="Roboto Thin"/>
                <a:sym typeface="Roboto Thin"/>
              </a:rPr>
              <a:t>Strategic Decision Making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Roboto Thin"/>
                <a:ea typeface="Roboto Thin"/>
                <a:cs typeface="Roboto Thin"/>
                <a:sym typeface="Roboto Thin"/>
              </a:rPr>
              <a:t>Influencing Others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Roboto Thin"/>
                <a:ea typeface="Roboto Thin"/>
                <a:cs typeface="Roboto Thin"/>
                <a:sym typeface="Roboto Thin"/>
              </a:rPr>
              <a:t>Agility</a:t>
            </a:r>
            <a:endParaRPr b="1" i="0" sz="20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9"/>
          <p:cNvSpPr txBox="1"/>
          <p:nvPr/>
        </p:nvSpPr>
        <p:spPr>
          <a:xfrm>
            <a:off x="1561847" y="1050871"/>
            <a:ext cx="443835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Most roles and responsibilities boil down to a few key themes…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0"/>
          <p:cNvSpPr txBox="1"/>
          <p:nvPr>
            <p:ph type="title"/>
          </p:nvPr>
        </p:nvSpPr>
        <p:spPr>
          <a:xfrm>
            <a:off x="1005089" y="2811791"/>
            <a:ext cx="7321788" cy="14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200"/>
              <a:t>Based on that, what do you think some day-to-day </a:t>
            </a:r>
            <a:r>
              <a:rPr lang="en-US" sz="3200" u="sng"/>
              <a:t>stressors</a:t>
            </a:r>
            <a:r>
              <a:rPr lang="en-US" sz="3200"/>
              <a:t> are for clients?</a:t>
            </a:r>
            <a:endParaRPr sz="3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1"/>
          <p:cNvSpPr txBox="1"/>
          <p:nvPr>
            <p:ph type="title"/>
          </p:nvPr>
        </p:nvSpPr>
        <p:spPr>
          <a:xfrm>
            <a:off x="445550" y="419467"/>
            <a:ext cx="76126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Client Stressors | What &amp; Why</a:t>
            </a:r>
            <a:endParaRPr/>
          </a:p>
        </p:txBody>
      </p:sp>
      <p:sp>
        <p:nvSpPr>
          <p:cNvPr id="565" name="Google Shape;565;p11"/>
          <p:cNvSpPr/>
          <p:nvPr/>
        </p:nvSpPr>
        <p:spPr>
          <a:xfrm>
            <a:off x="121271" y="1511982"/>
            <a:ext cx="2849592" cy="329425"/>
          </a:xfrm>
          <a:prstGeom prst="chevron">
            <a:avLst>
              <a:gd fmla="val 50000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B4EF"/>
                </a:solidFill>
                <a:latin typeface="Roboto Medium"/>
                <a:ea typeface="Roboto Medium"/>
                <a:cs typeface="Roboto Medium"/>
                <a:sym typeface="Roboto Medium"/>
              </a:rPr>
              <a:t>What?</a:t>
            </a:r>
            <a:endParaRPr b="1" i="0" sz="2000" u="none" cap="none" strike="noStrike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11"/>
          <p:cNvSpPr/>
          <p:nvPr/>
        </p:nvSpPr>
        <p:spPr>
          <a:xfrm>
            <a:off x="4278527" y="1511982"/>
            <a:ext cx="2849592" cy="329425"/>
          </a:xfrm>
          <a:prstGeom prst="chevron">
            <a:avLst>
              <a:gd fmla="val 50000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accent3"/>
                </a:solidFill>
                <a:latin typeface="Roboto Medium"/>
                <a:ea typeface="Roboto Medium"/>
                <a:cs typeface="Roboto Medium"/>
                <a:sym typeface="Roboto Medium"/>
              </a:rPr>
              <a:t>Why?</a:t>
            </a:r>
            <a:endParaRPr b="0" i="0" sz="7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67" name="Google Shape;567;p11"/>
          <p:cNvGraphicFramePr/>
          <p:nvPr/>
        </p:nvGraphicFramePr>
        <p:xfrm>
          <a:off x="149169" y="1846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{C0B76D38-8994-4EEF-804D-98A27342FA73}</a:tableStyleId>
              </a:tblPr>
              <a:tblGrid>
                <a:gridCol w="2750900"/>
                <a:gridCol w="6076325"/>
              </a:tblGrid>
              <a:tr h="61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In-market/brand performance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Huge impact on company culture, day-to-day, budget allocations, bonus, and more. 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You are directly tied to business performance, despite the many aspects effecting it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Business down = job on the line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8" name="Google Shape;568;p11"/>
          <p:cNvGraphicFramePr/>
          <p:nvPr/>
        </p:nvGraphicFramePr>
        <p:xfrm>
          <a:off x="149169" y="24735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{C0B76D38-8994-4EEF-804D-98A27342FA73}</a:tableStyleId>
              </a:tblPr>
              <a:tblGrid>
                <a:gridCol w="2750900"/>
                <a:gridCol w="6076325"/>
              </a:tblGrid>
              <a:tr h="664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Preparing bottom line takeaways &amp; insightful action items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Boiling an ocean of information &amp; data down to the few things you need your stakeholder to know - and take action on 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Need strong opinions, based in data &amp; strategic thinking (cannot do a study for every question)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Influencing others; sometimes data is not enough (stakeholder mapping)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9" name="Google Shape;569;p11"/>
          <p:cNvGraphicFramePr/>
          <p:nvPr/>
        </p:nvGraphicFramePr>
        <p:xfrm>
          <a:off x="149169" y="31905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{C0B76D38-8994-4EEF-804D-98A27342FA73}</a:tableStyleId>
              </a:tblPr>
              <a:tblGrid>
                <a:gridCol w="2750900"/>
                <a:gridCol w="6076325"/>
              </a:tblGrid>
              <a:tr h="60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Ambiguity</a:t>
                      </a:r>
                      <a:endParaRPr b="1" i="0" sz="1100" u="none" cap="none" strike="noStrike">
                        <a:solidFill>
                          <a:srgbClr val="595959"/>
                        </a:solidFill>
                        <a:latin typeface="Roboto Thin"/>
                        <a:ea typeface="Roboto Thin"/>
                        <a:cs typeface="Roboto Thin"/>
                        <a:sym typeface="Roboto Thi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Communication from Sr. Management is difficult in highly matrixed orgs 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Frequent turnover of leadership, changing business needs and objectives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Multiple stakeholders: GM, marketing, finance, innovation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70" name="Google Shape;570;p11"/>
          <p:cNvGraphicFramePr/>
          <p:nvPr/>
        </p:nvGraphicFramePr>
        <p:xfrm>
          <a:off x="149169" y="38121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{C0B76D38-8994-4EEF-804D-98A27342FA73}</a:tableStyleId>
              </a:tblPr>
              <a:tblGrid>
                <a:gridCol w="2750900"/>
                <a:gridCol w="6076325"/>
              </a:tblGrid>
              <a:tr h="60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The all-knowing data guru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Sought out as having ALL answers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Know the business cold – top of mind %, business performance, consumer, etc.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You are the voice of the consumer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Consistency in quality leads to trust and partnership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71" name="Google Shape;571;p11"/>
          <p:cNvGraphicFramePr/>
          <p:nvPr/>
        </p:nvGraphicFramePr>
        <p:xfrm>
          <a:off x="149169" y="45291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{C0B76D38-8994-4EEF-804D-98A27342FA73}</a:tableStyleId>
              </a:tblPr>
              <a:tblGrid>
                <a:gridCol w="2750900"/>
                <a:gridCol w="6076325"/>
              </a:tblGrid>
              <a:tr h="60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Budget</a:t>
                      </a:r>
                      <a:endParaRPr b="1" i="0" sz="1100" u="none" cap="none" strike="noStrike">
                        <a:solidFill>
                          <a:srgbClr val="595959"/>
                        </a:solidFill>
                        <a:latin typeface="Roboto Thin"/>
                        <a:ea typeface="Roboto Thin"/>
                        <a:cs typeface="Roboto Thin"/>
                        <a:sym typeface="Roboto Thi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Insights budget tends to be one of the first that get cut (if not the first)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Constantly fighting to protect budget/resources/vendors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Prove your worth and value you add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2"/>
          <p:cNvSpPr txBox="1"/>
          <p:nvPr>
            <p:ph type="title"/>
          </p:nvPr>
        </p:nvSpPr>
        <p:spPr>
          <a:xfrm>
            <a:off x="445549" y="419467"/>
            <a:ext cx="6682569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Client Stressors | How We Can Help</a:t>
            </a:r>
            <a:endParaRPr/>
          </a:p>
        </p:txBody>
      </p:sp>
      <p:sp>
        <p:nvSpPr>
          <p:cNvPr id="577" name="Google Shape;577;p12"/>
          <p:cNvSpPr/>
          <p:nvPr/>
        </p:nvSpPr>
        <p:spPr>
          <a:xfrm>
            <a:off x="121271" y="1511982"/>
            <a:ext cx="2849592" cy="329425"/>
          </a:xfrm>
          <a:prstGeom prst="chevron">
            <a:avLst>
              <a:gd fmla="val 50000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B4EF"/>
                </a:solidFill>
                <a:latin typeface="Roboto Medium"/>
                <a:ea typeface="Roboto Medium"/>
                <a:cs typeface="Roboto Medium"/>
                <a:sym typeface="Roboto Medium"/>
              </a:rPr>
              <a:t>What?</a:t>
            </a:r>
            <a:endParaRPr b="1" i="0" sz="2000" u="none" cap="none" strike="noStrike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8" name="Google Shape;578;p12"/>
          <p:cNvSpPr/>
          <p:nvPr/>
        </p:nvSpPr>
        <p:spPr>
          <a:xfrm>
            <a:off x="4278527" y="1511982"/>
            <a:ext cx="2849592" cy="329425"/>
          </a:xfrm>
          <a:prstGeom prst="chevron">
            <a:avLst>
              <a:gd fmla="val 50000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Roboto Medium"/>
                <a:ea typeface="Roboto Medium"/>
                <a:cs typeface="Roboto Medium"/>
                <a:sym typeface="Roboto Medium"/>
              </a:rPr>
              <a:t>How can we help?</a:t>
            </a:r>
            <a:endParaRPr b="0" i="0" sz="700" u="none" cap="none" strike="noStrike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79" name="Google Shape;579;p12"/>
          <p:cNvGraphicFramePr/>
          <p:nvPr/>
        </p:nvGraphicFramePr>
        <p:xfrm>
          <a:off x="145687" y="1939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{C0B76D38-8994-4EEF-804D-98A27342FA73}</a:tableStyleId>
              </a:tblPr>
              <a:tblGrid>
                <a:gridCol w="2750900"/>
              </a:tblGrid>
              <a:tr h="61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In-market/brand performance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4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Preparing bottom line takeaways &amp; insightful action items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Ambiguity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The all-knowing data guru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Budget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80" name="Google Shape;580;p12"/>
          <p:cNvGraphicFramePr/>
          <p:nvPr/>
        </p:nvGraphicFramePr>
        <p:xfrm>
          <a:off x="2899025" y="19397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{C0B76D38-8994-4EEF-804D-98A27342FA73}</a:tableStyleId>
              </a:tblPr>
              <a:tblGrid>
                <a:gridCol w="6076325"/>
              </a:tblGrid>
              <a:tr h="611350"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Actively listen &amp; ask probing questions: beyond of transactional project questions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Understand business priorities &amp; market landscape  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81" name="Google Shape;581;p12"/>
          <p:cNvGraphicFramePr/>
          <p:nvPr/>
        </p:nvGraphicFramePr>
        <p:xfrm>
          <a:off x="2899025" y="25511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{C0B76D38-8994-4EEF-804D-98A27342FA73}</a:tableStyleId>
              </a:tblPr>
              <a:tblGrid>
                <a:gridCol w="6076325"/>
              </a:tblGrid>
              <a:tr h="664450"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Well thought-out recommendations &amp; implications that can insight action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Understand the why: dive deep into their business objective(s)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Know what their “money slides” will be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82" name="Google Shape;582;p12"/>
          <p:cNvGraphicFramePr/>
          <p:nvPr/>
        </p:nvGraphicFramePr>
        <p:xfrm>
          <a:off x="2899025" y="32156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{C0B76D38-8994-4EEF-804D-98A27342FA73}</a:tableStyleId>
              </a:tblPr>
              <a:tblGrid>
                <a:gridCol w="6076325"/>
              </a:tblGrid>
              <a:tr h="605725"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Be a PARTNER.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Help to brainstorm questions that need to be answered, new ways of thinking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Be prepared. When client’s don’t know expectations, they’ll want all bases covered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83" name="Google Shape;583;p12"/>
          <p:cNvGraphicFramePr/>
          <p:nvPr/>
        </p:nvGraphicFramePr>
        <p:xfrm>
          <a:off x="2899025" y="38213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{C0B76D38-8994-4EEF-804D-98A27342FA73}</a:tableStyleId>
              </a:tblPr>
              <a:tblGrid>
                <a:gridCol w="6076325"/>
              </a:tblGrid>
              <a:tr h="605725"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Instill confidence in the work you provide by delivering consistent, high quality work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Make it easy for for them to find what they need quickly (“money slides”, key filters or embedded data fields)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84" name="Google Shape;584;p12"/>
          <p:cNvGraphicFramePr/>
          <p:nvPr/>
        </p:nvGraphicFramePr>
        <p:xfrm>
          <a:off x="2899025" y="44270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{C0B76D38-8994-4EEF-804D-98A27342FA73}</a:tableStyleId>
              </a:tblPr>
              <a:tblGrid>
                <a:gridCol w="6076325"/>
              </a:tblGrid>
              <a:tr h="605725"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Prove our worth. Make it easy for clients to show how valuable our partnership is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595959"/>
                          </a:solidFill>
                          <a:latin typeface="Roboto Thin"/>
                          <a:ea typeface="Roboto Thin"/>
                          <a:cs typeface="Roboto Thin"/>
                          <a:sym typeface="Roboto Thin"/>
                        </a:rPr>
                        <a:t>Be conscious &amp; strategic. Don’t do work you know will not provide value. Less $ in the short term but increased trust, longevity of partnership (more $ in the long term)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3"/>
          <p:cNvSpPr txBox="1"/>
          <p:nvPr>
            <p:ph type="title"/>
          </p:nvPr>
        </p:nvSpPr>
        <p:spPr>
          <a:xfrm>
            <a:off x="1005089" y="2811791"/>
            <a:ext cx="7321788" cy="14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200"/>
              <a:t>Now, what do you think some day-to-day </a:t>
            </a:r>
            <a:r>
              <a:rPr lang="en-US" sz="3200" u="sng"/>
              <a:t>delighters</a:t>
            </a:r>
            <a:r>
              <a:rPr lang="en-US" sz="3200"/>
              <a:t> are for clients?</a:t>
            </a:r>
            <a:endParaRPr sz="3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4"/>
          <p:cNvSpPr txBox="1"/>
          <p:nvPr>
            <p:ph type="title"/>
          </p:nvPr>
        </p:nvSpPr>
        <p:spPr>
          <a:xfrm>
            <a:off x="445550" y="419467"/>
            <a:ext cx="51744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What are Client Delighters?</a:t>
            </a:r>
            <a:endParaRPr/>
          </a:p>
        </p:txBody>
      </p:sp>
      <p:pic>
        <p:nvPicPr>
          <p:cNvPr id="595" name="Google Shape;5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2059" y="218660"/>
            <a:ext cx="135255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14"/>
          <p:cNvSpPr/>
          <p:nvPr/>
        </p:nvSpPr>
        <p:spPr>
          <a:xfrm>
            <a:off x="2422861" y="3315605"/>
            <a:ext cx="403398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"Thank you for the deck. It really looks great! I did some minor tweaks to the deck, but in general, </a:t>
            </a:r>
            <a:r>
              <a:rPr b="1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the team was able to capture what I had in mind</a:t>
            </a:r>
            <a:r>
              <a:rPr b="0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So really appreciate it!”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- Apple Client</a:t>
            </a:r>
            <a:endParaRPr/>
          </a:p>
        </p:txBody>
      </p:sp>
      <p:sp>
        <p:nvSpPr>
          <p:cNvPr id="597" name="Google Shape;597;p14"/>
          <p:cNvSpPr/>
          <p:nvPr/>
        </p:nvSpPr>
        <p:spPr>
          <a:xfrm>
            <a:off x="3538330" y="2331529"/>
            <a:ext cx="33814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"I am such a fan of the program and the tool! It has given us so much information and </a:t>
            </a:r>
            <a:r>
              <a:rPr b="1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helped us guide our brand. </a:t>
            </a:r>
            <a:r>
              <a:rPr b="0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You guys have been fantastic!”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-Zebco BX Client</a:t>
            </a:r>
            <a:endParaRPr/>
          </a:p>
        </p:txBody>
      </p:sp>
      <p:sp>
        <p:nvSpPr>
          <p:cNvPr id="598" name="Google Shape;598;p14"/>
          <p:cNvSpPr/>
          <p:nvPr/>
        </p:nvSpPr>
        <p:spPr>
          <a:xfrm>
            <a:off x="0" y="3980067"/>
            <a:ext cx="323681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"This is really fantastic. We are so appreciative, especially given the rush over the holidays. It's honestly nothing short of miraculous... I can't explain to you </a:t>
            </a:r>
            <a:r>
              <a:rPr b="1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how valuable these insights will be in making informed decisions </a:t>
            </a:r>
            <a:r>
              <a:rPr b="0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about how we partner with our customers...”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-Red Wing Client</a:t>
            </a:r>
            <a:endParaRPr/>
          </a:p>
        </p:txBody>
      </p:sp>
      <p:sp>
        <p:nvSpPr>
          <p:cNvPr id="599" name="Google Shape;599;p14"/>
          <p:cNvSpPr/>
          <p:nvPr/>
        </p:nvSpPr>
        <p:spPr>
          <a:xfrm>
            <a:off x="5003958" y="4096624"/>
            <a:ext cx="379091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“The work of the APJ team has encouraged the business to roll the program out globally. We’ve </a:t>
            </a:r>
            <a:r>
              <a:rPr b="1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now got the ability to identify brand drivers </a:t>
            </a:r>
            <a:r>
              <a:rPr b="0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and </a:t>
            </a:r>
            <a:r>
              <a:rPr b="1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make changes in real-time to optimize and accelerate campaigns</a:t>
            </a:r>
            <a:r>
              <a:rPr b="0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. We’re incredibly </a:t>
            </a:r>
            <a:r>
              <a:rPr b="1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happy with the support </a:t>
            </a:r>
            <a:r>
              <a:rPr b="0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we receive and the ability to jump in and make changes in real time” 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-Zendesk Client</a:t>
            </a:r>
            <a:endParaRPr/>
          </a:p>
        </p:txBody>
      </p:sp>
      <p:sp>
        <p:nvSpPr>
          <p:cNvPr id="600" name="Google Shape;600;p14"/>
          <p:cNvSpPr/>
          <p:nvPr/>
        </p:nvSpPr>
        <p:spPr>
          <a:xfrm>
            <a:off x="100754" y="2638345"/>
            <a:ext cx="2672469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“Actually going through your conjoint example was super helpful – thank you! I like the way it is set up and look forward to these results – </a:t>
            </a:r>
            <a:r>
              <a:rPr b="1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feel great about your direction</a:t>
            </a:r>
            <a:r>
              <a:rPr b="0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”.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-LL Bean Client</a:t>
            </a:r>
            <a:endParaRPr/>
          </a:p>
        </p:txBody>
      </p:sp>
      <p:sp>
        <p:nvSpPr>
          <p:cNvPr id="601" name="Google Shape;601;p14"/>
          <p:cNvSpPr txBox="1"/>
          <p:nvPr/>
        </p:nvSpPr>
        <p:spPr>
          <a:xfrm>
            <a:off x="7624646" y="1787450"/>
            <a:ext cx="1352550" cy="1892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“Just want to again say outstanding job putting all the Brand Tracker data into a </a:t>
            </a:r>
            <a:r>
              <a:rPr b="1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great looking, clear and most importantly, insightful presentation!</a:t>
            </a:r>
            <a:br>
              <a:rPr b="1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</a:br>
            <a:r>
              <a:rPr b="0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 </a:t>
            </a:r>
            <a:br>
              <a:rPr b="0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</a:br>
            <a:r>
              <a:rPr b="0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This is a </a:t>
            </a:r>
            <a:r>
              <a:rPr b="1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great foundation for our on-going brand tracking</a:t>
            </a:r>
            <a:r>
              <a:rPr b="0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.”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-Crowe Client</a:t>
            </a:r>
            <a:endParaRPr/>
          </a:p>
        </p:txBody>
      </p:sp>
      <p:sp>
        <p:nvSpPr>
          <p:cNvPr id="602" name="Google Shape;602;p14"/>
          <p:cNvSpPr txBox="1"/>
          <p:nvPr/>
        </p:nvSpPr>
        <p:spPr>
          <a:xfrm>
            <a:off x="178903" y="1564568"/>
            <a:ext cx="576469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“You have raised the bar once again :) Thank you! I feel like </a:t>
            </a:r>
            <a:r>
              <a:rPr b="1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these questions get us answers </a:t>
            </a:r>
            <a:r>
              <a:rPr b="0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on some really tough issues that we </a:t>
            </a:r>
            <a:r>
              <a:rPr b="1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haven’t been able to discuss during regular planning meetings</a:t>
            </a:r>
            <a:r>
              <a:rPr b="0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. Thank you.”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Roboto Thin"/>
                <a:ea typeface="Roboto Thin"/>
                <a:cs typeface="Roboto Thin"/>
                <a:sym typeface="Roboto Thin"/>
              </a:rPr>
              <a:t>-FHLBDM Client</a:t>
            </a:r>
            <a:endParaRPr/>
          </a:p>
        </p:txBody>
      </p:sp>
      <p:sp>
        <p:nvSpPr>
          <p:cNvPr id="603" name="Google Shape;603;p14"/>
          <p:cNvSpPr txBox="1"/>
          <p:nvPr/>
        </p:nvSpPr>
        <p:spPr>
          <a:xfrm>
            <a:off x="-49695" y="4922584"/>
            <a:ext cx="800219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#RX-hooray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5"/>
          <p:cNvSpPr txBox="1"/>
          <p:nvPr>
            <p:ph type="title"/>
          </p:nvPr>
        </p:nvSpPr>
        <p:spPr>
          <a:xfrm>
            <a:off x="586800" y="3210625"/>
            <a:ext cx="7429044" cy="14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Life of a Project:</a:t>
            </a:r>
            <a:br>
              <a:rPr lang="en-US"/>
            </a:br>
            <a:r>
              <a:rPr lang="en-US"/>
              <a:t>Experiences as a Client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6"/>
          <p:cNvSpPr txBox="1"/>
          <p:nvPr>
            <p:ph type="title"/>
          </p:nvPr>
        </p:nvSpPr>
        <p:spPr>
          <a:xfrm>
            <a:off x="5026450" y="1365610"/>
            <a:ext cx="359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800"/>
              <a:t>My Task at Hand</a:t>
            </a:r>
            <a:endParaRPr/>
          </a:p>
        </p:txBody>
      </p:sp>
      <p:sp>
        <p:nvSpPr>
          <p:cNvPr id="614" name="Google Shape;614;p16"/>
          <p:cNvSpPr txBox="1"/>
          <p:nvPr>
            <p:ph idx="2" type="title"/>
          </p:nvPr>
        </p:nvSpPr>
        <p:spPr>
          <a:xfrm>
            <a:off x="353525" y="1365610"/>
            <a:ext cx="359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800"/>
              <a:t>Original Business Objective </a:t>
            </a:r>
            <a:endParaRPr/>
          </a:p>
        </p:txBody>
      </p:sp>
      <p:sp>
        <p:nvSpPr>
          <p:cNvPr id="615" name="Google Shape;615;p16"/>
          <p:cNvSpPr txBox="1"/>
          <p:nvPr>
            <p:ph idx="1" type="body"/>
          </p:nvPr>
        </p:nvSpPr>
        <p:spPr>
          <a:xfrm>
            <a:off x="736270" y="1986835"/>
            <a:ext cx="2921330" cy="29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b="1" lang="en-US" sz="1400"/>
              <a:t>Create a new brand </a:t>
            </a:r>
            <a:r>
              <a:rPr lang="en-US" sz="1400"/>
              <a:t>in the [highly saturated] nutrition bar category in the small format channel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b="1" lang="en-US" sz="1400"/>
              <a:t>Win</a:t>
            </a:r>
            <a:r>
              <a:rPr lang="en-US" sz="1400"/>
              <a:t> </a:t>
            </a:r>
            <a:r>
              <a:rPr b="1" lang="en-US" sz="1400"/>
              <a:t>with our design target</a:t>
            </a:r>
            <a:r>
              <a:rPr lang="en-US" sz="1400"/>
              <a:t>: Nutrition-Forward Consumers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US" sz="1400"/>
              <a:t>Willing to invest along the way, this is </a:t>
            </a:r>
            <a:r>
              <a:rPr b="1" lang="en-US" sz="1400" u="sng"/>
              <a:t>the</a:t>
            </a:r>
            <a:r>
              <a:rPr b="1" lang="en-US" sz="1400"/>
              <a:t> big bet</a:t>
            </a:r>
            <a:r>
              <a:rPr lang="en-US" sz="1400"/>
              <a:t>.</a:t>
            </a:r>
            <a:endParaRPr/>
          </a:p>
          <a:p>
            <a:pPr indent="0" lvl="0" marL="152400" rtl="0"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SzPts val="1200"/>
              <a:buNone/>
            </a:pPr>
            <a:r>
              <a:t/>
            </a:r>
            <a:endParaRPr sz="1400"/>
          </a:p>
        </p:txBody>
      </p:sp>
      <p:sp>
        <p:nvSpPr>
          <p:cNvPr id="616" name="Google Shape;616;p16"/>
          <p:cNvSpPr txBox="1"/>
          <p:nvPr>
            <p:ph idx="3" type="body"/>
          </p:nvPr>
        </p:nvSpPr>
        <p:spPr>
          <a:xfrm>
            <a:off x="5298950" y="1986835"/>
            <a:ext cx="3249900" cy="29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-US" sz="1400"/>
              <a:t>Responsible for designing and executing a learning plan which results in a successful, effective strategy for the new brand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1200"/>
              </a:spcAft>
              <a:buSzPts val="1200"/>
              <a:buChar char="●"/>
            </a:pPr>
            <a:r>
              <a:rPr lang="en-US" sz="1400"/>
              <a:t>Find the whitespace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7"/>
          <p:cNvSpPr txBox="1"/>
          <p:nvPr>
            <p:ph type="title"/>
          </p:nvPr>
        </p:nvSpPr>
        <p:spPr>
          <a:xfrm>
            <a:off x="1726125" y="696600"/>
            <a:ext cx="70650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Learning Plan</a:t>
            </a:r>
            <a:endParaRPr/>
          </a:p>
        </p:txBody>
      </p:sp>
      <p:sp>
        <p:nvSpPr>
          <p:cNvPr id="622" name="Google Shape;622;p17"/>
          <p:cNvSpPr txBox="1"/>
          <p:nvPr>
            <p:ph idx="1" type="body"/>
          </p:nvPr>
        </p:nvSpPr>
        <p:spPr>
          <a:xfrm>
            <a:off x="2089475" y="1294410"/>
            <a:ext cx="4085694" cy="32574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</a:pPr>
            <a:r>
              <a:rPr lang="en-US"/>
              <a:t>Current competitive landscape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</a:pPr>
            <a:r>
              <a:rPr lang="en-US"/>
              <a:t>Define Design Target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Ethnographies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</a:pPr>
            <a:r>
              <a:rPr lang="en-US"/>
              <a:t>Identify future of nutrition bar market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Trend treks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Expert interviews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Stakeholder interviews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</a:pPr>
            <a:r>
              <a:rPr lang="en-US"/>
              <a:t>Map out the whitespace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</a:pPr>
            <a:r>
              <a:rPr lang="en-US"/>
              <a:t>Product creation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</a:pPr>
            <a:r>
              <a:rPr lang="en-US"/>
              <a:t>Brand creation 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</a:pPr>
            <a:r>
              <a:rPr lang="en-US"/>
              <a:t>Create launch strategy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</a:pPr>
            <a:r>
              <a:rPr lang="en-US"/>
              <a:t>Concept testing: Qualitative 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</a:pPr>
            <a:r>
              <a:rPr lang="en-US"/>
              <a:t>Revise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</a:pPr>
            <a:r>
              <a:rPr lang="en-US"/>
              <a:t>Concept testing: Qualitative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</a:pPr>
            <a:r>
              <a:rPr lang="en-US"/>
              <a:t>Final concept testing: Quantitative 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</a:pPr>
            <a:r>
              <a:rPr lang="en-US"/>
              <a:t>Senior leadership review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None/>
            </a:pPr>
            <a:r>
              <a:t/>
            </a:r>
            <a:endParaRPr/>
          </a:p>
        </p:txBody>
      </p:sp>
      <p:cxnSp>
        <p:nvCxnSpPr>
          <p:cNvPr id="623" name="Google Shape;623;p17"/>
          <p:cNvCxnSpPr>
            <a:endCxn id="624" idx="1"/>
          </p:cNvCxnSpPr>
          <p:nvPr/>
        </p:nvCxnSpPr>
        <p:spPr>
          <a:xfrm>
            <a:off x="2565202" y="4309914"/>
            <a:ext cx="2844300" cy="35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25" name="Google Shape;625;p17"/>
          <p:cNvSpPr/>
          <p:nvPr/>
        </p:nvSpPr>
        <p:spPr>
          <a:xfrm>
            <a:off x="5689002" y="3552532"/>
            <a:ext cx="1851690" cy="14492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17"/>
          <p:cNvSpPr txBox="1"/>
          <p:nvPr/>
        </p:nvSpPr>
        <p:spPr>
          <a:xfrm>
            <a:off x="5409502" y="3929515"/>
            <a:ext cx="255884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STOP ALL WORK: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New direction from senior management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8"/>
          <p:cNvSpPr txBox="1"/>
          <p:nvPr>
            <p:ph type="title"/>
          </p:nvPr>
        </p:nvSpPr>
        <p:spPr>
          <a:xfrm>
            <a:off x="5026450" y="1365610"/>
            <a:ext cx="359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800"/>
              <a:t>NEW Business Objective</a:t>
            </a:r>
            <a:endParaRPr/>
          </a:p>
        </p:txBody>
      </p:sp>
      <p:sp>
        <p:nvSpPr>
          <p:cNvPr id="631" name="Google Shape;631;p18"/>
          <p:cNvSpPr txBox="1"/>
          <p:nvPr>
            <p:ph idx="2" type="title"/>
          </p:nvPr>
        </p:nvSpPr>
        <p:spPr>
          <a:xfrm>
            <a:off x="353525" y="1365610"/>
            <a:ext cx="359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800"/>
              <a:t>Original Business Objective </a:t>
            </a:r>
            <a:endParaRPr/>
          </a:p>
        </p:txBody>
      </p:sp>
      <p:sp>
        <p:nvSpPr>
          <p:cNvPr id="632" name="Google Shape;632;p18"/>
          <p:cNvSpPr txBox="1"/>
          <p:nvPr>
            <p:ph idx="1" type="body"/>
          </p:nvPr>
        </p:nvSpPr>
        <p:spPr>
          <a:xfrm>
            <a:off x="736270" y="1784955"/>
            <a:ext cx="2921330" cy="29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b="1" lang="en-US" sz="1400"/>
              <a:t>Create a new brand </a:t>
            </a:r>
            <a:r>
              <a:rPr lang="en-US" sz="1400"/>
              <a:t>to breakthrough in the [highly saturated] nutrition bar category in the small format channel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b="1" lang="en-US" sz="1400"/>
              <a:t>Win</a:t>
            </a:r>
            <a:r>
              <a:rPr lang="en-US" sz="1400"/>
              <a:t> </a:t>
            </a:r>
            <a:r>
              <a:rPr b="1" lang="en-US" sz="1400"/>
              <a:t>with our design target</a:t>
            </a:r>
            <a:r>
              <a:rPr lang="en-US" sz="1400"/>
              <a:t>: Nutrition-Forward Consumers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US" sz="1400"/>
              <a:t>Willing to invest along the way, this is </a:t>
            </a:r>
            <a:r>
              <a:rPr b="1" lang="en-US" sz="1400" u="sng"/>
              <a:t>the</a:t>
            </a:r>
            <a:r>
              <a:rPr b="1" lang="en-US" sz="1400"/>
              <a:t> big bet</a:t>
            </a:r>
            <a:r>
              <a:rPr lang="en-US" sz="1400"/>
              <a:t>. Start small, grow and dominate.</a:t>
            </a:r>
            <a:endParaRPr/>
          </a:p>
          <a:p>
            <a:pPr indent="0" lvl="0" marL="152400" rtl="0"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SzPts val="1200"/>
              <a:buNone/>
            </a:pPr>
            <a:r>
              <a:t/>
            </a:r>
            <a:endParaRPr sz="1400"/>
          </a:p>
        </p:txBody>
      </p:sp>
      <p:sp>
        <p:nvSpPr>
          <p:cNvPr id="633" name="Google Shape;633;p18"/>
          <p:cNvSpPr txBox="1"/>
          <p:nvPr>
            <p:ph idx="3" type="body"/>
          </p:nvPr>
        </p:nvSpPr>
        <p:spPr>
          <a:xfrm>
            <a:off x="5298950" y="1784955"/>
            <a:ext cx="3249900" cy="29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-US" sz="1400"/>
              <a:t>WIN IN WALMART. Must have gen-pop appeal, dominate the market in year 1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1200"/>
              </a:spcAft>
              <a:buSzPts val="1200"/>
              <a:buChar char="●"/>
            </a:pPr>
            <a:r>
              <a:rPr lang="en-US" sz="1400"/>
              <a:t>Also win with our design target: Nutrition- Forward consumers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9"/>
          <p:cNvSpPr txBox="1"/>
          <p:nvPr>
            <p:ph type="title"/>
          </p:nvPr>
        </p:nvSpPr>
        <p:spPr>
          <a:xfrm>
            <a:off x="1726125" y="696600"/>
            <a:ext cx="70650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Learning Plan</a:t>
            </a:r>
            <a:endParaRPr/>
          </a:p>
        </p:txBody>
      </p:sp>
      <p:sp>
        <p:nvSpPr>
          <p:cNvPr id="639" name="Google Shape;639;p19"/>
          <p:cNvSpPr txBox="1"/>
          <p:nvPr>
            <p:ph idx="1" type="body"/>
          </p:nvPr>
        </p:nvSpPr>
        <p:spPr>
          <a:xfrm>
            <a:off x="2089475" y="1294410"/>
            <a:ext cx="5878868" cy="32574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</a:pPr>
            <a:r>
              <a:rPr lang="en-US"/>
              <a:t>Brand creation 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</a:pPr>
            <a:r>
              <a:rPr lang="en-US"/>
              <a:t>Create launch strategy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</a:pPr>
            <a:r>
              <a:rPr lang="en-US"/>
              <a:t>Concept testing: Quick-turn quantitative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</a:pPr>
            <a:r>
              <a:rPr lang="en-US"/>
              <a:t>Concept testing: Qualitative 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</a:pPr>
            <a:r>
              <a:rPr lang="en-US"/>
              <a:t>Revise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</a:pPr>
            <a:r>
              <a:rPr lang="en-US"/>
              <a:t>Final concept testing: Quantitative – ONE SHOT, must win GP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</a:pPr>
            <a:r>
              <a:rPr lang="en-US"/>
              <a:t>Senior leadership review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</a:pPr>
            <a:r>
              <a:rPr lang="en-US"/>
              <a:t>Review with Indra (4 slides)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0"/>
          <p:cNvSpPr txBox="1"/>
          <p:nvPr>
            <p:ph type="ctrTitle"/>
          </p:nvPr>
        </p:nvSpPr>
        <p:spPr>
          <a:xfrm>
            <a:off x="727950" y="2141848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/>
              <a:t>Questions?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1"/>
          <p:cNvSpPr txBox="1"/>
          <p:nvPr>
            <p:ph type="title"/>
          </p:nvPr>
        </p:nvSpPr>
        <p:spPr>
          <a:xfrm>
            <a:off x="586799" y="3210625"/>
            <a:ext cx="7081485" cy="14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/>
              <a:t>Dynamic Growth Training Series:</a:t>
            </a:r>
            <a:br>
              <a:rPr lang="en-US" sz="2400"/>
            </a:br>
            <a:r>
              <a:rPr lang="en-US"/>
              <a:t>Day in the Life of a Client</a:t>
            </a:r>
            <a:br>
              <a:rPr lang="en-US"/>
            </a:br>
            <a:r>
              <a:rPr lang="en-US"/>
              <a:t>Part 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2"/>
          <p:cNvSpPr txBox="1"/>
          <p:nvPr>
            <p:ph type="title"/>
          </p:nvPr>
        </p:nvSpPr>
        <p:spPr>
          <a:xfrm>
            <a:off x="1726125" y="696600"/>
            <a:ext cx="70650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Starbucks Partner Life</a:t>
            </a:r>
            <a:endParaRPr/>
          </a:p>
        </p:txBody>
      </p:sp>
      <p:sp>
        <p:nvSpPr>
          <p:cNvPr id="655" name="Google Shape;655;p22"/>
          <p:cNvSpPr txBox="1"/>
          <p:nvPr>
            <p:ph idx="1" type="body"/>
          </p:nvPr>
        </p:nvSpPr>
        <p:spPr>
          <a:xfrm>
            <a:off x="2089475" y="1294410"/>
            <a:ext cx="5878868" cy="32574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</a:pPr>
            <a:r>
              <a:rPr lang="en-US"/>
              <a:t>In role as VP Insights – had responsibility of advocating for partner population and building foundational awareness of their lives – who they were, why they chose to work at Starbucks, their challenges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The decisions that marketing, product development and operations teams made….ultimately had to be executed by the partners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There was a fundamental disconnect between executives and who the partners were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Goal: Build understanding and empath…so corporate would think about the people who had to bring the products and stores to life, to deliver the Starbucks experience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None/>
            </a:pPr>
            <a:r>
              <a:t/>
            </a:r>
            <a:endParaRPr/>
          </a:p>
          <a:p>
            <a:pPr indent="0" lvl="0" marL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3"/>
          <p:cNvSpPr txBox="1"/>
          <p:nvPr>
            <p:ph type="title"/>
          </p:nvPr>
        </p:nvSpPr>
        <p:spPr>
          <a:xfrm>
            <a:off x="1726125" y="696600"/>
            <a:ext cx="70650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How we created this work</a:t>
            </a:r>
            <a:endParaRPr/>
          </a:p>
        </p:txBody>
      </p:sp>
      <p:sp>
        <p:nvSpPr>
          <p:cNvPr id="661" name="Google Shape;661;p23"/>
          <p:cNvSpPr txBox="1"/>
          <p:nvPr>
            <p:ph idx="1" type="body"/>
          </p:nvPr>
        </p:nvSpPr>
        <p:spPr>
          <a:xfrm>
            <a:off x="2089475" y="1294410"/>
            <a:ext cx="5878868" cy="32574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</a:pPr>
            <a:r>
              <a:rPr lang="en-US"/>
              <a:t>Started with the core </a:t>
            </a:r>
            <a:r>
              <a:rPr b="1" lang="en-US"/>
              <a:t>quantitative</a:t>
            </a:r>
            <a:r>
              <a:rPr lang="en-US"/>
              <a:t> insights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Came from a mix of primary survey research (using our Employee panel), analytics (drivers of turnover), secondary research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Knew the points we wanted to emphasize and the story we wanted to tell – to bring the partners to life, rooted in fact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Went into the field with a videographer in LA and Chicago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Created deck, storyboards and ultimately produced the work, including 4 short films to align with each chapter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Leave behind folio for each partner’s desk – constant reminder</a:t>
            </a:r>
            <a:endParaRPr/>
          </a:p>
          <a:p>
            <a:pPr indent="0" lvl="1" marL="609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4"/>
          <p:cNvSpPr txBox="1"/>
          <p:nvPr>
            <p:ph type="title"/>
          </p:nvPr>
        </p:nvSpPr>
        <p:spPr>
          <a:xfrm>
            <a:off x="1726125" y="696600"/>
            <a:ext cx="70650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Audiences for the work</a:t>
            </a:r>
            <a:endParaRPr/>
          </a:p>
        </p:txBody>
      </p:sp>
      <p:sp>
        <p:nvSpPr>
          <p:cNvPr id="667" name="Google Shape;667;p24"/>
          <p:cNvSpPr txBox="1"/>
          <p:nvPr>
            <p:ph idx="1" type="body"/>
          </p:nvPr>
        </p:nvSpPr>
        <p:spPr>
          <a:xfrm>
            <a:off x="2089475" y="1294410"/>
            <a:ext cx="5878868" cy="32574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</a:pPr>
            <a:r>
              <a:rPr lang="en-US"/>
              <a:t>Careful roll out…felt a huge sense of responsibility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Previewed with corporate partners who had worked in the field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Presented to our COO, Chief People Officer and HR team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Then, to US President, Operations Leaders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Expanded to Marketing, product owners, brand team, PR 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Became part of weekly onboarding program for new starts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25"/>
          <p:cNvSpPr txBox="1"/>
          <p:nvPr>
            <p:ph type="ctrTitle"/>
          </p:nvPr>
        </p:nvSpPr>
        <p:spPr>
          <a:xfrm>
            <a:off x="727950" y="2141848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altrics XM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1DBAA"/>
      </a:accent1>
      <a:accent2>
        <a:srgbClr val="03B4F0"/>
      </a:accent2>
      <a:accent3>
        <a:srgbClr val="0768DD"/>
      </a:accent3>
      <a:accent4>
        <a:srgbClr val="5F19E4"/>
      </a:accent4>
      <a:accent5>
        <a:srgbClr val="EDF2F4"/>
      </a:accent5>
      <a:accent6>
        <a:srgbClr val="D8D8D8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